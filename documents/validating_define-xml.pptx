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Layouts/slideLayout7.xml" ContentType="application/vnd.openxmlformats-officedocument.presentationml.slideLayout+xml"/>
  <Override PartName="/ppt/theme/theme4.xml" ContentType="application/vnd.openxmlformats-officedocument.theme+xml"/>
  <Override PartName="/ppt/slideLayouts/slideLayout8.xml" ContentType="application/vnd.openxmlformats-officedocument.presentationml.slideLayout+xml"/>
  <Override PartName="/ppt/theme/theme5.xml" ContentType="application/vnd.openxmlformats-officedocument.theme+xml"/>
  <Override PartName="/ppt/slideLayouts/slideLayout9.xml" ContentType="application/vnd.openxmlformats-officedocument.presentationml.slideLayout+xml"/>
  <Override PartName="/ppt/theme/theme6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7.xml" ContentType="application/vnd.openxmlformats-officedocument.theme+xml"/>
  <Override PartName="/ppt/slideLayouts/slideLayout12.xml" ContentType="application/vnd.openxmlformats-officedocument.presentationml.slideLayout+xml"/>
  <Override PartName="/ppt/theme/theme8.xml" ContentType="application/vnd.openxmlformats-officedocument.theme+xml"/>
  <Override PartName="/ppt/slideLayouts/slideLayout13.xml" ContentType="application/vnd.openxmlformats-officedocument.presentationml.slideLayout+xml"/>
  <Override PartName="/ppt/theme/theme9.xml" ContentType="application/vnd.openxmlformats-officedocument.theme+xml"/>
  <Override PartName="/ppt/slideLayouts/slideLayout14.xml" ContentType="application/vnd.openxmlformats-officedocument.presentationml.slideLayout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866" r:id="rId1"/>
    <p:sldMasterId id="2147486480" r:id="rId2"/>
    <p:sldMasterId id="2147486493" r:id="rId3"/>
    <p:sldMasterId id="2147486506" r:id="rId4"/>
    <p:sldMasterId id="2147486519" r:id="rId5"/>
    <p:sldMasterId id="2147486584" r:id="rId6"/>
    <p:sldMasterId id="2147486818" r:id="rId7"/>
    <p:sldMasterId id="2147486832" r:id="rId8"/>
    <p:sldMasterId id="2147486845" r:id="rId9"/>
    <p:sldMasterId id="2147486858" r:id="rId10"/>
  </p:sldMasterIdLst>
  <p:notesMasterIdLst>
    <p:notesMasterId r:id="rId26"/>
  </p:notesMasterIdLst>
  <p:handoutMasterIdLst>
    <p:handoutMasterId r:id="rId27"/>
  </p:handoutMasterIdLst>
  <p:sldIdLst>
    <p:sldId id="987" r:id="rId11"/>
    <p:sldId id="322" r:id="rId12"/>
    <p:sldId id="568" r:id="rId13"/>
    <p:sldId id="984" r:id="rId14"/>
    <p:sldId id="985" r:id="rId15"/>
    <p:sldId id="983" r:id="rId16"/>
    <p:sldId id="804" r:id="rId17"/>
    <p:sldId id="805" r:id="rId18"/>
    <p:sldId id="807" r:id="rId19"/>
    <p:sldId id="988" r:id="rId20"/>
    <p:sldId id="808" r:id="rId21"/>
    <p:sldId id="982" r:id="rId22"/>
    <p:sldId id="990" r:id="rId23"/>
    <p:sldId id="986" r:id="rId24"/>
    <p:sldId id="989" r:id="rId25"/>
  </p:sldIdLst>
  <p:sldSz cx="12192000" cy="6858000"/>
  <p:notesSz cx="7315200" cy="9601200"/>
  <p:embeddedFontLst>
    <p:embeddedFont>
      <p:font typeface="Arial Black" panose="020B0A04020102020204" pitchFamily="34" charset="0"/>
      <p:bold r:id="rId28"/>
    </p:embeddedFont>
  </p:embeddedFont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A99F7"/>
    <a:srgbClr val="020296"/>
    <a:srgbClr val="FF6600"/>
    <a:srgbClr val="962A00"/>
    <a:srgbClr val="FF7E27"/>
    <a:srgbClr val="000090"/>
    <a:srgbClr val="9C4C65"/>
    <a:srgbClr val="A9635C"/>
    <a:srgbClr val="FFFFFF"/>
    <a:srgbClr val="003E7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02" autoAdjust="0"/>
    <p:restoredTop sz="95428" autoAdjust="0"/>
  </p:normalViewPr>
  <p:slideViewPr>
    <p:cSldViewPr snapToGrid="0" snapToObjects="1">
      <p:cViewPr varScale="1">
        <p:scale>
          <a:sx n="106" d="100"/>
          <a:sy n="106" d="100"/>
        </p:scale>
        <p:origin x="552" y="11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30" d="100"/>
        <a:sy n="130" d="100"/>
      </p:scale>
      <p:origin x="0" y="0"/>
    </p:cViewPr>
  </p:sorterViewPr>
  <p:notesViewPr>
    <p:cSldViewPr snapToGrid="0" snapToObjects="1">
      <p:cViewPr>
        <p:scale>
          <a:sx n="160" d="100"/>
          <a:sy n="160" d="100"/>
        </p:scale>
        <p:origin x="1320" y="-48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3.xml"/><Relationship Id="rId18" Type="http://schemas.openxmlformats.org/officeDocument/2006/relationships/slide" Target="slides/slide8.xml"/><Relationship Id="rId26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1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2.xml"/><Relationship Id="rId17" Type="http://schemas.openxmlformats.org/officeDocument/2006/relationships/slide" Target="slides/slide7.xml"/><Relationship Id="rId25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6.xml"/><Relationship Id="rId20" Type="http://schemas.openxmlformats.org/officeDocument/2006/relationships/slide" Target="slides/slide10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1.xml"/><Relationship Id="rId24" Type="http://schemas.openxmlformats.org/officeDocument/2006/relationships/slide" Target="slides/slide14.xml"/><Relationship Id="rId32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5.xml"/><Relationship Id="rId23" Type="http://schemas.openxmlformats.org/officeDocument/2006/relationships/slide" Target="slides/slide13.xml"/><Relationship Id="rId28" Type="http://schemas.openxmlformats.org/officeDocument/2006/relationships/font" Target="fonts/font1.fntdata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9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4.xml"/><Relationship Id="rId22" Type="http://schemas.openxmlformats.org/officeDocument/2006/relationships/slide" Target="slides/slide12.xml"/><Relationship Id="rId27" Type="http://schemas.openxmlformats.org/officeDocument/2006/relationships/handoutMaster" Target="handoutMasters/handout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theme" Target="../theme/theme1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3"/>
          <p:cNvSpPr/>
          <p:nvPr/>
        </p:nvSpPr>
        <p:spPr>
          <a:xfrm>
            <a:off x="699060" y="9047153"/>
            <a:ext cx="2354917" cy="161925"/>
          </a:xfrm>
          <a:prstGeom prst="rect">
            <a:avLst/>
          </a:prstGeom>
        </p:spPr>
        <p:txBody>
          <a:bodyPr wrap="square" lIns="96632" tIns="48317" rIns="96632" bIns="48317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400" b="1" kern="100" spc="53" dirty="0">
                <a:solidFill>
                  <a:schemeClr val="tx2"/>
                </a:solidFill>
              </a:rPr>
              <a:t>Copyright © 2023, Lex Jansen Consulting, LLC. All rights reserved.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13175" y="8716963"/>
            <a:ext cx="2998788" cy="481012"/>
          </a:xfrm>
          <a:prstGeom prst="rect">
            <a:avLst/>
          </a:prstGeom>
        </p:spPr>
        <p:txBody>
          <a:bodyPr vert="horz" lIns="96632" tIns="48317" rIns="96632" bIns="48317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300">
                <a:solidFill>
                  <a:schemeClr val="tx2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5FFDEA55-B95F-40A2-81DE-E6A90B2DE60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70A61E-0488-205B-7879-252441C6A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238" y="8957470"/>
            <a:ext cx="249798" cy="251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801211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193925" y="377825"/>
            <a:ext cx="3321050" cy="481013"/>
          </a:xfrm>
          <a:prstGeom prst="rect">
            <a:avLst/>
          </a:prstGeom>
        </p:spPr>
        <p:txBody>
          <a:bodyPr vert="horz" lIns="96632" tIns="48317" rIns="96632" bIns="48317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300" cap="all" baseline="0">
                <a:solidFill>
                  <a:schemeClr val="tx2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61975" y="960438"/>
            <a:ext cx="6200775" cy="3487737"/>
          </a:xfrm>
          <a:prstGeom prst="rect">
            <a:avLst/>
          </a:prstGeom>
          <a:noFill/>
          <a:ln w="12700">
            <a:solidFill>
              <a:schemeClr val="bg2">
                <a:lumMod val="60000"/>
                <a:lumOff val="40000"/>
              </a:schemeClr>
            </a:solidFill>
          </a:ln>
        </p:spPr>
        <p:txBody>
          <a:bodyPr vert="horz" lIns="96632" tIns="48317" rIns="96632" bIns="48317" rtlCol="0" anchor="ctr"/>
          <a:lstStyle/>
          <a:p>
            <a:pPr lvl="0"/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2763" y="4551365"/>
            <a:ext cx="6299200" cy="4168775"/>
          </a:xfrm>
          <a:prstGeom prst="rect">
            <a:avLst/>
          </a:prstGeom>
        </p:spPr>
        <p:txBody>
          <a:bodyPr vert="horz" lIns="96632" tIns="48317" rIns="96632" bIns="48317" rtlCol="0"/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9" name="Textbox 5"/>
          <p:cNvSpPr/>
          <p:nvPr/>
        </p:nvSpPr>
        <p:spPr>
          <a:xfrm>
            <a:off x="434975" y="9007477"/>
            <a:ext cx="3222626" cy="161925"/>
          </a:xfrm>
          <a:prstGeom prst="rect">
            <a:avLst/>
          </a:prstGeom>
        </p:spPr>
        <p:txBody>
          <a:bodyPr lIns="96632" tIns="48317" rIns="96632" bIns="48317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400" b="1" kern="100" spc="53" dirty="0">
                <a:solidFill>
                  <a:schemeClr val="tx2"/>
                </a:solidFill>
              </a:rPr>
              <a:t>Copyright © 2012, SAS Institute Inc. All rights reserved.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13175" y="8720140"/>
            <a:ext cx="2998788" cy="479425"/>
          </a:xfrm>
          <a:prstGeom prst="rect">
            <a:avLst/>
          </a:prstGeom>
        </p:spPr>
        <p:txBody>
          <a:bodyPr vert="horz" lIns="96632" tIns="48317" rIns="96632" bIns="48317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300">
                <a:solidFill>
                  <a:schemeClr val="tx2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6B3D2BBB-E3F7-4504-A1B3-03058495446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pic>
        <p:nvPicPr>
          <p:cNvPr id="412680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638" y="460375"/>
            <a:ext cx="1087437" cy="2492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15589181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algn="l" defTabSz="182563" rtl="0" eaLnBrk="0" fontAlgn="base" hangingPunct="0">
      <a:spcBef>
        <a:spcPct val="30000"/>
      </a:spcBef>
      <a:spcAft>
        <a:spcPct val="0"/>
      </a:spcAft>
      <a:defRPr sz="1200" kern="1200">
        <a:solidFill>
          <a:schemeClr val="tx2"/>
        </a:solidFill>
        <a:latin typeface="Arial" pitchFamily="34" charset="0"/>
        <a:ea typeface="+mn-ea"/>
        <a:cs typeface="Arial" pitchFamily="34" charset="0"/>
      </a:defRPr>
    </a:lvl1pPr>
    <a:lvl2pPr marL="457200" algn="l" defTabSz="182563" rtl="0" eaLnBrk="0" fontAlgn="base" hangingPunct="0">
      <a:spcBef>
        <a:spcPct val="30000"/>
      </a:spcBef>
      <a:spcAft>
        <a:spcPct val="0"/>
      </a:spcAft>
      <a:defRPr sz="1200" kern="1200">
        <a:solidFill>
          <a:schemeClr val="tx2"/>
        </a:solidFill>
        <a:latin typeface="Arial" pitchFamily="34" charset="0"/>
        <a:ea typeface="+mn-ea"/>
        <a:cs typeface="Arial" pitchFamily="34" charset="0"/>
      </a:defRPr>
    </a:lvl2pPr>
    <a:lvl3pPr marL="914400" algn="l" defTabSz="182563" rtl="0" eaLnBrk="0" fontAlgn="base" hangingPunct="0">
      <a:spcBef>
        <a:spcPct val="30000"/>
      </a:spcBef>
      <a:spcAft>
        <a:spcPct val="0"/>
      </a:spcAft>
      <a:defRPr sz="1200" kern="1200">
        <a:solidFill>
          <a:schemeClr val="tx2"/>
        </a:solidFill>
        <a:latin typeface="Arial" pitchFamily="34" charset="0"/>
        <a:ea typeface="+mn-ea"/>
        <a:cs typeface="Arial" pitchFamily="34" charset="0"/>
      </a:defRPr>
    </a:lvl3pPr>
    <a:lvl4pPr marL="1371600" algn="l" defTabSz="182563" rtl="0" eaLnBrk="0" fontAlgn="base" hangingPunct="0">
      <a:spcBef>
        <a:spcPct val="30000"/>
      </a:spcBef>
      <a:spcAft>
        <a:spcPct val="0"/>
      </a:spcAft>
      <a:defRPr sz="1200" kern="1200">
        <a:solidFill>
          <a:schemeClr val="tx2"/>
        </a:solidFill>
        <a:latin typeface="Arial" pitchFamily="34" charset="0"/>
        <a:ea typeface="+mn-ea"/>
        <a:cs typeface="Arial" pitchFamily="34" charset="0"/>
      </a:defRPr>
    </a:lvl4pPr>
    <a:lvl5pPr marL="1828800" algn="l" defTabSz="182563" rtl="0" eaLnBrk="0" fontAlgn="base" hangingPunct="0">
      <a:spcBef>
        <a:spcPct val="30000"/>
      </a:spcBef>
      <a:spcAft>
        <a:spcPct val="0"/>
      </a:spcAft>
      <a:defRPr sz="1200" kern="1200">
        <a:solidFill>
          <a:schemeClr val="tx2"/>
        </a:solidFill>
        <a:latin typeface="Arial" pitchFamily="34" charset="0"/>
        <a:ea typeface="+mn-ea"/>
        <a:cs typeface="Arial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354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561975" y="960438"/>
            <a:ext cx="6200775" cy="3487737"/>
          </a:xfrm>
          <a:noFill/>
          <a:ln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84355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 dirty="0"/>
          </a:p>
        </p:txBody>
      </p:sp>
      <p:sp>
        <p:nvSpPr>
          <p:cNvPr id="484356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731" indent="-285666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2663" indent="-228532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599728" indent="-228532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6793" indent="-228532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3857" indent="-228532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0924" indent="-228532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7988" indent="-228532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5052" indent="-228532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E6885D4C-1487-4E5B-A13F-9B4CDFAC56E3}" type="slidenum">
              <a:rPr lang="en-US" altLang="en-US" smtClean="0">
                <a:solidFill>
                  <a:schemeClr val="tx2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</a:t>
            </a:fld>
            <a:endParaRPr lang="en-US" altLang="en-US" dirty="0">
              <a:solidFill>
                <a:schemeClr val="tx2"/>
              </a:solidFill>
            </a:endParaRPr>
          </a:p>
        </p:txBody>
      </p:sp>
      <p:sp>
        <p:nvSpPr>
          <p:cNvPr id="484357" name="Date Placeholder 1"/>
          <p:cNvSpPr>
            <a:spLocks noGrp="1"/>
          </p:cNvSpPr>
          <p:nvPr>
            <p:ph type="dt" sz="quarter" idx="1"/>
          </p:nvPr>
        </p:nvSpPr>
        <p:spPr bwMode="auto">
          <a:xfrm>
            <a:off x="5608638" y="377825"/>
            <a:ext cx="1203325" cy="481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7" tIns="45713" rIns="91427" bIns="45713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731" indent="-285666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2663" indent="-228532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599728" indent="-228532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6793" indent="-228532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3857" indent="-228532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0924" indent="-228532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7988" indent="-228532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5052" indent="-228532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chemeClr val="tx2"/>
                </a:solidFill>
              </a:rPr>
              <a:t>2016-05-07</a:t>
            </a:r>
          </a:p>
        </p:txBody>
      </p:sp>
    </p:spTree>
    <p:extLst>
      <p:ext uri="{BB962C8B-B14F-4D97-AF65-F5344CB8AC3E}">
        <p14:creationId xmlns:p14="http://schemas.microsoft.com/office/powerpoint/2010/main" val="13819298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594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561975" y="960438"/>
            <a:ext cx="6200775" cy="3487737"/>
          </a:xfrm>
          <a:noFill/>
          <a:ln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94595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 dirty="0"/>
          </a:p>
        </p:txBody>
      </p:sp>
      <p:sp>
        <p:nvSpPr>
          <p:cNvPr id="494596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39556" indent="-284079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1076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596553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5206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2271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69337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6401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3466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EAD6E7B-1872-4653-A338-3637ADAFCDFB}" type="slidenum">
              <a:rPr lang="en-US" altLang="en-US" smtClean="0">
                <a:solidFill>
                  <a:srgbClr val="596267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3</a:t>
            </a:fld>
            <a:endParaRPr lang="en-US" altLang="en-US" dirty="0">
              <a:solidFill>
                <a:srgbClr val="596267"/>
              </a:solidFill>
            </a:endParaRPr>
          </a:p>
        </p:txBody>
      </p:sp>
      <p:sp>
        <p:nvSpPr>
          <p:cNvPr id="494597" name="Date Placeholder 1"/>
          <p:cNvSpPr>
            <a:spLocks noGrp="1"/>
          </p:cNvSpPr>
          <p:nvPr>
            <p:ph type="dt" sz="quarter" idx="1"/>
          </p:nvPr>
        </p:nvSpPr>
        <p:spPr bwMode="auto">
          <a:xfrm>
            <a:off x="5608638" y="377825"/>
            <a:ext cx="1203325" cy="481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7" tIns="45713" rIns="91427" bIns="45713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39556" indent="-284079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1076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596553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5206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2271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69337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6401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3466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rgbClr val="596267"/>
                </a:solidFill>
              </a:rPr>
              <a:t>2016-05-07</a:t>
            </a:r>
          </a:p>
        </p:txBody>
      </p:sp>
    </p:spTree>
    <p:extLst>
      <p:ext uri="{BB962C8B-B14F-4D97-AF65-F5344CB8AC3E}">
        <p14:creationId xmlns:p14="http://schemas.microsoft.com/office/powerpoint/2010/main" val="31024298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594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561975" y="960438"/>
            <a:ext cx="6200775" cy="3487737"/>
          </a:xfrm>
          <a:noFill/>
          <a:ln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94595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 dirty="0"/>
          </a:p>
        </p:txBody>
      </p:sp>
      <p:sp>
        <p:nvSpPr>
          <p:cNvPr id="494596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39556" indent="-284079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1076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596553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5206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2271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69337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6401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3466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EAD6E7B-1872-4653-A338-3637ADAFCDFB}" type="slidenum">
              <a:rPr lang="en-US" altLang="en-US" smtClean="0">
                <a:solidFill>
                  <a:srgbClr val="596267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4</a:t>
            </a:fld>
            <a:endParaRPr lang="en-US" altLang="en-US" dirty="0">
              <a:solidFill>
                <a:srgbClr val="596267"/>
              </a:solidFill>
            </a:endParaRPr>
          </a:p>
        </p:txBody>
      </p:sp>
      <p:sp>
        <p:nvSpPr>
          <p:cNvPr id="494597" name="Date Placeholder 1"/>
          <p:cNvSpPr>
            <a:spLocks noGrp="1"/>
          </p:cNvSpPr>
          <p:nvPr>
            <p:ph type="dt" sz="quarter" idx="1"/>
          </p:nvPr>
        </p:nvSpPr>
        <p:spPr bwMode="auto">
          <a:xfrm>
            <a:off x="5608638" y="377825"/>
            <a:ext cx="1203325" cy="481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7" tIns="45713" rIns="91427" bIns="45713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39556" indent="-284079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1076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596553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5206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2271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69337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6401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3466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rgbClr val="596267"/>
                </a:solidFill>
              </a:rPr>
              <a:t>2016-05-07</a:t>
            </a:r>
          </a:p>
        </p:txBody>
      </p:sp>
    </p:spTree>
    <p:extLst>
      <p:ext uri="{BB962C8B-B14F-4D97-AF65-F5344CB8AC3E}">
        <p14:creationId xmlns:p14="http://schemas.microsoft.com/office/powerpoint/2010/main" val="29996926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594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561975" y="960438"/>
            <a:ext cx="6200775" cy="3487737"/>
          </a:xfrm>
          <a:noFill/>
          <a:ln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94595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 dirty="0"/>
          </a:p>
        </p:txBody>
      </p:sp>
      <p:sp>
        <p:nvSpPr>
          <p:cNvPr id="494596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39556" indent="-284079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1076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596553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5206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2271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69337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6401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3466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EAD6E7B-1872-4653-A338-3637ADAFCDFB}" type="slidenum">
              <a:rPr lang="en-US" altLang="en-US" smtClean="0">
                <a:solidFill>
                  <a:srgbClr val="596267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5</a:t>
            </a:fld>
            <a:endParaRPr lang="en-US" altLang="en-US" dirty="0">
              <a:solidFill>
                <a:srgbClr val="596267"/>
              </a:solidFill>
            </a:endParaRPr>
          </a:p>
        </p:txBody>
      </p:sp>
      <p:sp>
        <p:nvSpPr>
          <p:cNvPr id="494597" name="Date Placeholder 1"/>
          <p:cNvSpPr>
            <a:spLocks noGrp="1"/>
          </p:cNvSpPr>
          <p:nvPr>
            <p:ph type="dt" sz="quarter" idx="1"/>
          </p:nvPr>
        </p:nvSpPr>
        <p:spPr bwMode="auto">
          <a:xfrm>
            <a:off x="5608638" y="377825"/>
            <a:ext cx="1203325" cy="481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7" tIns="45713" rIns="91427" bIns="45713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39556" indent="-284079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1076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596553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5206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2271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69337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6401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3466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rgbClr val="596267"/>
                </a:solidFill>
              </a:rPr>
              <a:t>2016-05-07</a:t>
            </a:r>
          </a:p>
        </p:txBody>
      </p:sp>
    </p:spTree>
    <p:extLst>
      <p:ext uri="{BB962C8B-B14F-4D97-AF65-F5344CB8AC3E}">
        <p14:creationId xmlns:p14="http://schemas.microsoft.com/office/powerpoint/2010/main" val="9791882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594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561975" y="960438"/>
            <a:ext cx="6200775" cy="3487737"/>
          </a:xfrm>
          <a:noFill/>
          <a:ln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94595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 dirty="0"/>
          </a:p>
        </p:txBody>
      </p:sp>
      <p:sp>
        <p:nvSpPr>
          <p:cNvPr id="494596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39556" indent="-284079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1076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596553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5206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2271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69337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6401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3466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EAD6E7B-1872-4653-A338-3637ADAFCDFB}" type="slidenum">
              <a:rPr lang="en-US" altLang="en-US" smtClean="0">
                <a:solidFill>
                  <a:srgbClr val="596267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6</a:t>
            </a:fld>
            <a:endParaRPr lang="en-US" altLang="en-US" dirty="0">
              <a:solidFill>
                <a:srgbClr val="596267"/>
              </a:solidFill>
            </a:endParaRPr>
          </a:p>
        </p:txBody>
      </p:sp>
      <p:sp>
        <p:nvSpPr>
          <p:cNvPr id="494597" name="Date Placeholder 1"/>
          <p:cNvSpPr>
            <a:spLocks noGrp="1"/>
          </p:cNvSpPr>
          <p:nvPr>
            <p:ph type="dt" sz="quarter" idx="1"/>
          </p:nvPr>
        </p:nvSpPr>
        <p:spPr bwMode="auto">
          <a:xfrm>
            <a:off x="5608638" y="377825"/>
            <a:ext cx="1203325" cy="481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7" tIns="45713" rIns="91427" bIns="45713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39556" indent="-284079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1076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596553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5206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2271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69337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6401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3466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rgbClr val="596267"/>
                </a:solidFill>
              </a:rPr>
              <a:t>2016-05-07</a:t>
            </a:r>
          </a:p>
        </p:txBody>
      </p:sp>
    </p:spTree>
    <p:extLst>
      <p:ext uri="{BB962C8B-B14F-4D97-AF65-F5344CB8AC3E}">
        <p14:creationId xmlns:p14="http://schemas.microsoft.com/office/powerpoint/2010/main" val="40331266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22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561975" y="960438"/>
            <a:ext cx="6200775" cy="3487737"/>
          </a:xfrm>
          <a:noFill/>
          <a:ln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35523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 dirty="0"/>
          </a:p>
        </p:txBody>
      </p:sp>
      <p:sp>
        <p:nvSpPr>
          <p:cNvPr id="235524" name="Date Placeholder 3"/>
          <p:cNvSpPr>
            <a:spLocks noGrp="1"/>
          </p:cNvSpPr>
          <p:nvPr>
            <p:ph type="dt" sz="quarter" idx="1"/>
          </p:nvPr>
        </p:nvSpPr>
        <p:spPr bwMode="auto">
          <a:xfrm>
            <a:off x="5608638" y="377825"/>
            <a:ext cx="1203325" cy="481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7" tIns="45713" rIns="91427" bIns="45713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87167" indent="-30153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10906" indent="-241228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96538" indent="-241228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182169" indent="-241228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639234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3096298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553363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4010428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rgbClr val="596267"/>
                </a:solidFill>
              </a:rPr>
              <a:t>2016-05-07</a:t>
            </a:r>
          </a:p>
        </p:txBody>
      </p:sp>
      <p:sp>
        <p:nvSpPr>
          <p:cNvPr id="235525" name="Slide Number Placeholder 4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87167" indent="-30153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10906" indent="-241228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96538" indent="-241228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182169" indent="-241228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639234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3096298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553363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4010428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35C6E4A1-C24C-4E9F-920C-06F5265C20BE}" type="slidenum">
              <a:rPr lang="en-US" altLang="en-US" smtClean="0">
                <a:solidFill>
                  <a:srgbClr val="596267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7</a:t>
            </a:fld>
            <a:endParaRPr lang="en-US" altLang="en-US" dirty="0">
              <a:solidFill>
                <a:srgbClr val="59626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98476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674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561975" y="960438"/>
            <a:ext cx="6200775" cy="3487737"/>
          </a:xfrm>
          <a:noFill/>
          <a:ln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84675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 dirty="0"/>
          </a:p>
        </p:txBody>
      </p:sp>
      <p:sp>
        <p:nvSpPr>
          <p:cNvPr id="284676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39556" indent="-284079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1076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596553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5206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2271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69337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6401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3466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08F60DD0-D632-4391-BE98-32A02D785C9B}" type="slidenum">
              <a:rPr lang="en-US" altLang="en-US" smtClean="0">
                <a:solidFill>
                  <a:schemeClr val="tx2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8</a:t>
            </a:fld>
            <a:endParaRPr lang="en-US" altLang="en-US" dirty="0">
              <a:solidFill>
                <a:schemeClr val="tx2"/>
              </a:solidFill>
            </a:endParaRPr>
          </a:p>
        </p:txBody>
      </p:sp>
      <p:sp>
        <p:nvSpPr>
          <p:cNvPr id="284677" name="Date Placeholder 1"/>
          <p:cNvSpPr>
            <a:spLocks noGrp="1"/>
          </p:cNvSpPr>
          <p:nvPr>
            <p:ph type="dt" sz="quarter" idx="1"/>
          </p:nvPr>
        </p:nvSpPr>
        <p:spPr bwMode="auto">
          <a:xfrm>
            <a:off x="5608638" y="377825"/>
            <a:ext cx="1203325" cy="481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7" tIns="45713" rIns="91427" bIns="45713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39556" indent="-284079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1076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596553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5206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2271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69337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6401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3466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chemeClr val="tx2"/>
                </a:solidFill>
              </a:rPr>
              <a:t>2016-05-07</a:t>
            </a:r>
          </a:p>
        </p:txBody>
      </p:sp>
    </p:spTree>
    <p:extLst>
      <p:ext uri="{BB962C8B-B14F-4D97-AF65-F5344CB8AC3E}">
        <p14:creationId xmlns:p14="http://schemas.microsoft.com/office/powerpoint/2010/main" val="39371332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561975" y="960438"/>
            <a:ext cx="6200775" cy="3487737"/>
          </a:xfrm>
          <a:noFill/>
          <a:ln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3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 dirty="0"/>
          </a:p>
        </p:txBody>
      </p:sp>
      <p:sp>
        <p:nvSpPr>
          <p:cNvPr id="303108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39556" indent="-284079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1076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596553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5206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2271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69337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6401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3466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6E22321D-9587-4A61-9690-93A4BAB2AB99}" type="slidenum">
              <a:rPr lang="en-US" altLang="en-US" smtClean="0">
                <a:solidFill>
                  <a:srgbClr val="596267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9</a:t>
            </a:fld>
            <a:endParaRPr lang="en-US" altLang="en-US" dirty="0">
              <a:solidFill>
                <a:srgbClr val="596267"/>
              </a:solidFill>
            </a:endParaRPr>
          </a:p>
        </p:txBody>
      </p:sp>
      <p:sp>
        <p:nvSpPr>
          <p:cNvPr id="303109" name="Date Placeholder 1"/>
          <p:cNvSpPr>
            <a:spLocks noGrp="1"/>
          </p:cNvSpPr>
          <p:nvPr>
            <p:ph type="dt" sz="quarter" idx="1"/>
          </p:nvPr>
        </p:nvSpPr>
        <p:spPr bwMode="auto">
          <a:xfrm>
            <a:off x="5608638" y="377825"/>
            <a:ext cx="1203325" cy="481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7" tIns="45713" rIns="91427" bIns="45713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39556" indent="-284079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1076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596553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5206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2271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69337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6401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3466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rgbClr val="596267"/>
                </a:solidFill>
              </a:rPr>
              <a:t>2016-05-07</a:t>
            </a:r>
          </a:p>
        </p:txBody>
      </p:sp>
    </p:spTree>
    <p:extLst>
      <p:ext uri="{BB962C8B-B14F-4D97-AF65-F5344CB8AC3E}">
        <p14:creationId xmlns:p14="http://schemas.microsoft.com/office/powerpoint/2010/main" val="7095367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10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561975" y="960438"/>
            <a:ext cx="6200775" cy="3487737"/>
          </a:xfrm>
          <a:noFill/>
          <a:ln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3107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 dirty="0"/>
          </a:p>
        </p:txBody>
      </p:sp>
      <p:sp>
        <p:nvSpPr>
          <p:cNvPr id="303108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39556" indent="-284079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1076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596553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5206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2271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69337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6401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3466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6E22321D-9587-4A61-9690-93A4BAB2AB99}" type="slidenum">
              <a:rPr lang="en-US" altLang="en-US" smtClean="0">
                <a:solidFill>
                  <a:srgbClr val="596267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10</a:t>
            </a:fld>
            <a:endParaRPr lang="en-US" altLang="en-US" dirty="0">
              <a:solidFill>
                <a:srgbClr val="596267"/>
              </a:solidFill>
            </a:endParaRPr>
          </a:p>
        </p:txBody>
      </p:sp>
      <p:sp>
        <p:nvSpPr>
          <p:cNvPr id="303109" name="Date Placeholder 1"/>
          <p:cNvSpPr>
            <a:spLocks noGrp="1"/>
          </p:cNvSpPr>
          <p:nvPr>
            <p:ph type="dt" sz="quarter" idx="1"/>
          </p:nvPr>
        </p:nvSpPr>
        <p:spPr bwMode="auto">
          <a:xfrm>
            <a:off x="5608638" y="377825"/>
            <a:ext cx="1203325" cy="481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7" tIns="45713" rIns="91427" bIns="45713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39556" indent="-284079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1076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596553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5206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2271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69337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6401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3466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rgbClr val="596267"/>
                </a:solidFill>
              </a:rPr>
              <a:t>2016-05-07</a:t>
            </a:r>
          </a:p>
        </p:txBody>
      </p:sp>
    </p:spTree>
    <p:extLst>
      <p:ext uri="{BB962C8B-B14F-4D97-AF65-F5344CB8AC3E}">
        <p14:creationId xmlns:p14="http://schemas.microsoft.com/office/powerpoint/2010/main" val="39337031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154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561975" y="960438"/>
            <a:ext cx="6200775" cy="3487737"/>
          </a:xfrm>
          <a:noFill/>
          <a:ln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5155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 dirty="0"/>
          </a:p>
        </p:txBody>
      </p:sp>
      <p:sp>
        <p:nvSpPr>
          <p:cNvPr id="305156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39556" indent="-284079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1076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596553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5206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2271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69337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6401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3466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0E657CF8-F527-4362-BC5B-C47E30FAFAEE}" type="slidenum">
              <a:rPr lang="en-US" altLang="en-US" smtClean="0">
                <a:solidFill>
                  <a:srgbClr val="596267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11</a:t>
            </a:fld>
            <a:endParaRPr lang="en-US" altLang="en-US" dirty="0">
              <a:solidFill>
                <a:srgbClr val="596267"/>
              </a:solidFill>
            </a:endParaRPr>
          </a:p>
        </p:txBody>
      </p:sp>
      <p:sp>
        <p:nvSpPr>
          <p:cNvPr id="305157" name="Date Placeholder 1"/>
          <p:cNvSpPr>
            <a:spLocks noGrp="1"/>
          </p:cNvSpPr>
          <p:nvPr>
            <p:ph type="dt" sz="quarter" idx="1"/>
          </p:nvPr>
        </p:nvSpPr>
        <p:spPr bwMode="auto">
          <a:xfrm>
            <a:off x="5608638" y="377825"/>
            <a:ext cx="1203325" cy="481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7" tIns="45713" rIns="91427" bIns="45713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39556" indent="-284079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1076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596553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5206" indent="-22694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2271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69337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6401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3466" indent="-22694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rgbClr val="596267"/>
                </a:solidFill>
              </a:rPr>
              <a:t>2016-05-07</a:t>
            </a:r>
          </a:p>
        </p:txBody>
      </p:sp>
    </p:spTree>
    <p:extLst>
      <p:ext uri="{BB962C8B-B14F-4D97-AF65-F5344CB8AC3E}">
        <p14:creationId xmlns:p14="http://schemas.microsoft.com/office/powerpoint/2010/main" val="20578849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22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561975" y="960438"/>
            <a:ext cx="6200775" cy="3487737"/>
          </a:xfrm>
          <a:noFill/>
          <a:ln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35523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 dirty="0"/>
          </a:p>
        </p:txBody>
      </p:sp>
      <p:sp>
        <p:nvSpPr>
          <p:cNvPr id="235524" name="Date Placeholder 3"/>
          <p:cNvSpPr>
            <a:spLocks noGrp="1"/>
          </p:cNvSpPr>
          <p:nvPr>
            <p:ph type="dt" sz="quarter" idx="1"/>
          </p:nvPr>
        </p:nvSpPr>
        <p:spPr bwMode="auto">
          <a:xfrm>
            <a:off x="5608638" y="377825"/>
            <a:ext cx="1203325" cy="481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7" tIns="45713" rIns="91427" bIns="45713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87167" indent="-30153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10906" indent="-241228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96538" indent="-241228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182169" indent="-241228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639234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3096298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553363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4010428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rgbClr val="596267"/>
                </a:solidFill>
              </a:rPr>
              <a:t>2016-05-07</a:t>
            </a:r>
          </a:p>
        </p:txBody>
      </p:sp>
      <p:sp>
        <p:nvSpPr>
          <p:cNvPr id="235525" name="Slide Number Placeholder 4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87167" indent="-30153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10906" indent="-241228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96538" indent="-241228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182169" indent="-241228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639234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3096298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553363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4010428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35C6E4A1-C24C-4E9F-920C-06F5265C20BE}" type="slidenum">
              <a:rPr lang="en-US" altLang="en-US" smtClean="0">
                <a:solidFill>
                  <a:srgbClr val="596267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12</a:t>
            </a:fld>
            <a:endParaRPr lang="en-US" altLang="en-US" dirty="0">
              <a:solidFill>
                <a:srgbClr val="59626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69517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22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561975" y="960438"/>
            <a:ext cx="6200775" cy="3487737"/>
          </a:xfrm>
          <a:noFill/>
          <a:ln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35523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 dirty="0"/>
          </a:p>
        </p:txBody>
      </p:sp>
      <p:sp>
        <p:nvSpPr>
          <p:cNvPr id="235524" name="Date Placeholder 3"/>
          <p:cNvSpPr>
            <a:spLocks noGrp="1"/>
          </p:cNvSpPr>
          <p:nvPr>
            <p:ph type="dt" sz="quarter" idx="1"/>
          </p:nvPr>
        </p:nvSpPr>
        <p:spPr bwMode="auto">
          <a:xfrm>
            <a:off x="5608638" y="377825"/>
            <a:ext cx="1203325" cy="481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7" tIns="45713" rIns="91427" bIns="45713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87167" indent="-30153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10906" indent="-241228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96538" indent="-241228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182169" indent="-241228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639234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3096298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553363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4010428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rgbClr val="596267"/>
                </a:solidFill>
              </a:rPr>
              <a:t>2016-05-07</a:t>
            </a:r>
          </a:p>
        </p:txBody>
      </p:sp>
      <p:sp>
        <p:nvSpPr>
          <p:cNvPr id="235525" name="Slide Number Placeholder 4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87167" indent="-30153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10906" indent="-241228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96538" indent="-241228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182169" indent="-241228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639234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3096298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553363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4010428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35C6E4A1-C24C-4E9F-920C-06F5265C20BE}" type="slidenum">
              <a:rPr lang="en-US" altLang="en-US" smtClean="0">
                <a:solidFill>
                  <a:srgbClr val="596267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13</a:t>
            </a:fld>
            <a:endParaRPr lang="en-US" altLang="en-US" dirty="0">
              <a:solidFill>
                <a:srgbClr val="59626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42658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22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561975" y="960438"/>
            <a:ext cx="6200775" cy="3487737"/>
          </a:xfrm>
          <a:noFill/>
          <a:ln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35523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 dirty="0"/>
          </a:p>
        </p:txBody>
      </p:sp>
      <p:sp>
        <p:nvSpPr>
          <p:cNvPr id="235524" name="Date Placeholder 3"/>
          <p:cNvSpPr>
            <a:spLocks noGrp="1"/>
          </p:cNvSpPr>
          <p:nvPr>
            <p:ph type="dt" sz="quarter" idx="1"/>
          </p:nvPr>
        </p:nvSpPr>
        <p:spPr bwMode="auto">
          <a:xfrm>
            <a:off x="5608638" y="377825"/>
            <a:ext cx="1203325" cy="481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7" tIns="45713" rIns="91427" bIns="45713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87167" indent="-30153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10906" indent="-241228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96538" indent="-241228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182169" indent="-241228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639234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3096298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553363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4010428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rgbClr val="596267"/>
                </a:solidFill>
              </a:rPr>
              <a:t>2016-05-07</a:t>
            </a:r>
          </a:p>
        </p:txBody>
      </p:sp>
      <p:sp>
        <p:nvSpPr>
          <p:cNvPr id="235525" name="Slide Number Placeholder 4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87167" indent="-30153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10906" indent="-241228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96538" indent="-241228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182169" indent="-241228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639234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3096298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553363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4010428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35C6E4A1-C24C-4E9F-920C-06F5265C20BE}" type="slidenum">
              <a:rPr lang="en-US" altLang="en-US" smtClean="0">
                <a:solidFill>
                  <a:srgbClr val="596267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14</a:t>
            </a:fld>
            <a:endParaRPr lang="en-US" altLang="en-US" dirty="0">
              <a:solidFill>
                <a:srgbClr val="59626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47223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22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561975" y="960438"/>
            <a:ext cx="6200775" cy="3487737"/>
          </a:xfrm>
          <a:noFill/>
          <a:ln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35523" name="Notes Placeholder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 dirty="0"/>
          </a:p>
        </p:txBody>
      </p:sp>
      <p:sp>
        <p:nvSpPr>
          <p:cNvPr id="235524" name="Date Placeholder 3"/>
          <p:cNvSpPr>
            <a:spLocks noGrp="1"/>
          </p:cNvSpPr>
          <p:nvPr>
            <p:ph type="dt" sz="quarter" idx="1"/>
          </p:nvPr>
        </p:nvSpPr>
        <p:spPr bwMode="auto">
          <a:xfrm>
            <a:off x="5608638" y="377825"/>
            <a:ext cx="1203325" cy="481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27" tIns="45713" rIns="91427" bIns="45713" numCol="1" anchor="t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87167" indent="-30153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10906" indent="-241228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96538" indent="-241228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182169" indent="-241228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639234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3096298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553363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4010428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rgbClr val="596267"/>
                </a:solidFill>
              </a:rPr>
              <a:t>2016-05-07</a:t>
            </a:r>
          </a:p>
        </p:txBody>
      </p:sp>
      <p:sp>
        <p:nvSpPr>
          <p:cNvPr id="235525" name="Slide Number Placeholder 4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87167" indent="-301535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210906" indent="-241228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96538" indent="-241228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182169" indent="-241228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639234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3096298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553363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4010428" indent="-24122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35C6E4A1-C24C-4E9F-920C-06F5265C20BE}" type="slidenum">
              <a:rPr lang="en-US" altLang="en-US" smtClean="0">
                <a:solidFill>
                  <a:srgbClr val="596267"/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15</a:t>
            </a:fld>
            <a:endParaRPr lang="en-US" altLang="en-US" dirty="0">
              <a:solidFill>
                <a:srgbClr val="59626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49292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7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bg>
      <p:bgPr>
        <a:blipFill dpi="0" rotWithShape="0">
          <a:blip r:embed="rId2">
            <a:lum/>
          </a:blip>
          <a:srcRect/>
          <a:stretch>
            <a:fillRect l="-17000" r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4"/>
          <p:cNvCxnSpPr/>
          <p:nvPr/>
        </p:nvCxnSpPr>
        <p:spPr bwMode="auto">
          <a:xfrm>
            <a:off x="9777941" y="0"/>
            <a:ext cx="0" cy="6858000"/>
          </a:xfrm>
          <a:prstGeom prst="line">
            <a:avLst/>
          </a:prstGeom>
          <a:solidFill>
            <a:schemeClr val="accent1"/>
          </a:solidFill>
          <a:ln w="12700" cap="flat" cmpd="sng" algn="ctr">
            <a:gradFill flip="none" rotWithShape="1">
              <a:gsLst>
                <a:gs pos="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452969" y="3096973"/>
            <a:ext cx="9489017" cy="430887"/>
          </a:xfrm>
        </p:spPr>
        <p:txBody>
          <a:bodyPr anchor="b"/>
          <a:lstStyle>
            <a:lvl1pPr>
              <a:defRPr sz="2200" cap="all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/>
          <p:cNvSpPr>
            <a:spLocks noGrp="1"/>
          </p:cNvSpPr>
          <p:nvPr>
            <p:ph type="body" sz="quarter" idx="13"/>
          </p:nvPr>
        </p:nvSpPr>
        <p:spPr>
          <a:xfrm>
            <a:off x="452969" y="3441126"/>
            <a:ext cx="9489017" cy="276999"/>
          </a:xfrm>
        </p:spPr>
        <p:txBody>
          <a:bodyPr anchor="t"/>
          <a:lstStyle>
            <a:lvl1pPr marL="0" indent="0" algn="r">
              <a:lnSpc>
                <a:spcPct val="100000"/>
              </a:lnSpc>
              <a:buFont typeface="Arial" pitchFamily="34" charset="0"/>
              <a:buNone/>
              <a:defRPr sz="12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55182991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AS Closing Slide">
    <p:bg>
      <p:bgPr>
        <a:blipFill dpi="0" rotWithShape="0">
          <a:blip r:embed="rId2">
            <a:lum/>
          </a:blip>
          <a:srcRect/>
          <a:stretch>
            <a:fillRect l="-17000" r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13924" y="3247023"/>
            <a:ext cx="7325693" cy="338554"/>
          </a:xfrm>
        </p:spPr>
        <p:txBody>
          <a:bodyPr/>
          <a:lstStyle>
            <a:lvl1pPr algn="ctr"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051020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/>
          <p:cNvCxnSpPr/>
          <p:nvPr/>
        </p:nvCxnSpPr>
        <p:spPr bwMode="auto">
          <a:xfrm>
            <a:off x="3397251" y="0"/>
            <a:ext cx="0" cy="1295400"/>
          </a:xfrm>
          <a:prstGeom prst="line">
            <a:avLst/>
          </a:prstGeom>
          <a:solidFill>
            <a:schemeClr val="accent1"/>
          </a:solidFill>
          <a:ln w="12700" cap="flat" cmpd="sng" algn="ctr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alpha val="0"/>
                  </a:schemeClr>
                </a:gs>
              </a:gsLst>
              <a:lin ang="540000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757" y="223967"/>
            <a:ext cx="3353917" cy="707886"/>
          </a:xfr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 flipH="1">
            <a:off x="3513673" y="366777"/>
            <a:ext cx="8072960" cy="400110"/>
          </a:xfrm>
        </p:spPr>
        <p:txBody>
          <a:bodyPr/>
          <a:lstStyle>
            <a:lvl1pPr marL="0" indent="0" algn="l">
              <a:lnSpc>
                <a:spcPct val="100000"/>
              </a:lnSpc>
              <a:buFont typeface="Arial" pitchFamily="34" charset="0"/>
              <a:buNone/>
              <a:defRPr sz="2000" b="1" cap="none" baseline="0">
                <a:solidFill>
                  <a:schemeClr val="tx2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1"/>
          </p:nvPr>
        </p:nvSpPr>
        <p:spPr>
          <a:xfrm>
            <a:off x="609600" y="2533372"/>
            <a:ext cx="10977035" cy="1791260"/>
          </a:xfrm>
        </p:spPr>
        <p:txBody>
          <a:bodyPr anchor="t"/>
          <a:lstStyle>
            <a:lvl1pPr marL="274320" indent="-274320">
              <a:defRPr sz="2400" baseline="0"/>
            </a:lvl1pPr>
            <a:lvl2pPr marL="617220" indent="-342900">
              <a:buFont typeface="Arial" pitchFamily="34" charset="0"/>
              <a:buChar char="•"/>
              <a:defRPr sz="2000" baseline="0"/>
            </a:lvl2pPr>
            <a:lvl3pPr marL="731520" indent="-137160">
              <a:buFont typeface="Arial" pitchFamily="34" charset="0"/>
              <a:buChar char="•"/>
              <a:defRPr sz="1800" baseline="0"/>
            </a:lvl3pPr>
            <a:lvl4pPr marL="822960" indent="-274320">
              <a:defRPr sz="16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9647661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9534" y="468833"/>
            <a:ext cx="11087316" cy="338554"/>
          </a:xfrm>
        </p:spPr>
        <p:txBody>
          <a:bodyPr/>
          <a:lstStyle>
            <a:lvl1pPr algn="l">
              <a:defRPr sz="1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472443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/>
          <p:cNvCxnSpPr/>
          <p:nvPr/>
        </p:nvCxnSpPr>
        <p:spPr bwMode="auto">
          <a:xfrm>
            <a:off x="3275541" y="0"/>
            <a:ext cx="0" cy="1295400"/>
          </a:xfrm>
          <a:prstGeom prst="line">
            <a:avLst/>
          </a:prstGeom>
          <a:solidFill>
            <a:schemeClr val="accent1"/>
          </a:solidFill>
          <a:ln w="12700" cap="flat" cmpd="sng" algn="ctr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alpha val="0"/>
                  </a:schemeClr>
                </a:gs>
              </a:gsLst>
              <a:lin ang="540000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757" y="223967"/>
            <a:ext cx="3353917" cy="707886"/>
          </a:xfr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 flipH="1">
            <a:off x="3513673" y="366777"/>
            <a:ext cx="8072960" cy="400110"/>
          </a:xfrm>
        </p:spPr>
        <p:txBody>
          <a:bodyPr/>
          <a:lstStyle>
            <a:lvl1pPr marL="0" indent="0" algn="l">
              <a:lnSpc>
                <a:spcPct val="100000"/>
              </a:lnSpc>
              <a:buFont typeface="Arial" pitchFamily="34" charset="0"/>
              <a:buNone/>
              <a:defRPr sz="2000" b="1" cap="none" baseline="0">
                <a:solidFill>
                  <a:schemeClr val="tx2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1"/>
          </p:nvPr>
        </p:nvSpPr>
        <p:spPr>
          <a:xfrm>
            <a:off x="609600" y="2533372"/>
            <a:ext cx="10977035" cy="1791260"/>
          </a:xfrm>
        </p:spPr>
        <p:txBody>
          <a:bodyPr anchor="t"/>
          <a:lstStyle>
            <a:lvl1pPr marL="274320" indent="-274320">
              <a:defRPr sz="2400" baseline="0"/>
            </a:lvl1pPr>
            <a:lvl2pPr marL="617220" indent="-342900">
              <a:buFont typeface="Arial" pitchFamily="34" charset="0"/>
              <a:buChar char="•"/>
              <a:defRPr sz="2000" baseline="0"/>
            </a:lvl2pPr>
            <a:lvl3pPr marL="731520" indent="-137160">
              <a:buFont typeface="Arial" pitchFamily="34" charset="0"/>
              <a:buChar char="•"/>
              <a:defRPr sz="1800" baseline="0"/>
            </a:lvl3pPr>
            <a:lvl4pPr marL="822960" indent="-274320">
              <a:defRPr sz="16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3661276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/>
          <p:cNvCxnSpPr/>
          <p:nvPr/>
        </p:nvCxnSpPr>
        <p:spPr bwMode="auto">
          <a:xfrm>
            <a:off x="3275541" y="0"/>
            <a:ext cx="0" cy="1295400"/>
          </a:xfrm>
          <a:prstGeom prst="line">
            <a:avLst/>
          </a:prstGeom>
          <a:solidFill>
            <a:schemeClr val="accent1"/>
          </a:solidFill>
          <a:ln w="12700" cap="flat" cmpd="sng" algn="ctr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alpha val="0"/>
                  </a:schemeClr>
                </a:gs>
              </a:gsLst>
              <a:lin ang="540000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757" y="223967"/>
            <a:ext cx="3353917" cy="707886"/>
          </a:xfr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 flipH="1">
            <a:off x="3513673" y="366777"/>
            <a:ext cx="8072960" cy="400110"/>
          </a:xfrm>
        </p:spPr>
        <p:txBody>
          <a:bodyPr/>
          <a:lstStyle>
            <a:lvl1pPr marL="0" indent="0" algn="l">
              <a:lnSpc>
                <a:spcPct val="100000"/>
              </a:lnSpc>
              <a:buFont typeface="Arial" pitchFamily="34" charset="0"/>
              <a:buNone/>
              <a:defRPr sz="2000" b="1" cap="none" baseline="0">
                <a:solidFill>
                  <a:schemeClr val="tx2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1"/>
          </p:nvPr>
        </p:nvSpPr>
        <p:spPr>
          <a:xfrm>
            <a:off x="609600" y="2533372"/>
            <a:ext cx="10977035" cy="1791260"/>
          </a:xfrm>
        </p:spPr>
        <p:txBody>
          <a:bodyPr anchor="t"/>
          <a:lstStyle>
            <a:lvl1pPr marL="274320" indent="-274320">
              <a:defRPr sz="2400" baseline="0"/>
            </a:lvl1pPr>
            <a:lvl2pPr marL="617220" indent="-342900">
              <a:buFont typeface="Arial" pitchFamily="34" charset="0"/>
              <a:buChar char="•"/>
              <a:defRPr sz="2000" baseline="0"/>
            </a:lvl2pPr>
            <a:lvl3pPr marL="731520" indent="-137160">
              <a:buFont typeface="Arial" pitchFamily="34" charset="0"/>
              <a:buChar char="•"/>
              <a:defRPr sz="1800" baseline="0"/>
            </a:lvl3pPr>
            <a:lvl4pPr marL="822960" indent="-274320">
              <a:defRPr sz="16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6768236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/>
          <p:cNvCxnSpPr/>
          <p:nvPr/>
        </p:nvCxnSpPr>
        <p:spPr bwMode="auto">
          <a:xfrm>
            <a:off x="3275541" y="0"/>
            <a:ext cx="0" cy="1295400"/>
          </a:xfrm>
          <a:prstGeom prst="line">
            <a:avLst/>
          </a:prstGeom>
          <a:solidFill>
            <a:schemeClr val="accent1"/>
          </a:solidFill>
          <a:ln w="12700" cap="flat" cmpd="sng" algn="ctr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alpha val="0"/>
                  </a:schemeClr>
                </a:gs>
              </a:gsLst>
              <a:lin ang="540000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757" y="223967"/>
            <a:ext cx="3353917" cy="707886"/>
          </a:xfr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 flipH="1">
            <a:off x="3513673" y="366777"/>
            <a:ext cx="8072960" cy="400110"/>
          </a:xfrm>
        </p:spPr>
        <p:txBody>
          <a:bodyPr/>
          <a:lstStyle>
            <a:lvl1pPr marL="0" indent="0" algn="l">
              <a:lnSpc>
                <a:spcPct val="100000"/>
              </a:lnSpc>
              <a:buFont typeface="Arial" pitchFamily="34" charset="0"/>
              <a:buNone/>
              <a:defRPr sz="2000" b="1" cap="none" baseline="0">
                <a:solidFill>
                  <a:schemeClr val="tx2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1"/>
          </p:nvPr>
        </p:nvSpPr>
        <p:spPr>
          <a:xfrm>
            <a:off x="609600" y="2533372"/>
            <a:ext cx="10977035" cy="1791260"/>
          </a:xfrm>
        </p:spPr>
        <p:txBody>
          <a:bodyPr anchor="t"/>
          <a:lstStyle>
            <a:lvl1pPr marL="274320" indent="-274320">
              <a:defRPr sz="2400" baseline="0"/>
            </a:lvl1pPr>
            <a:lvl2pPr marL="617220" indent="-342900">
              <a:buFont typeface="Arial" pitchFamily="34" charset="0"/>
              <a:buChar char="•"/>
              <a:defRPr sz="2000" baseline="0"/>
            </a:lvl2pPr>
            <a:lvl3pPr marL="731520" indent="-137160">
              <a:buFont typeface="Arial" pitchFamily="34" charset="0"/>
              <a:buChar char="•"/>
              <a:defRPr sz="1800" baseline="0"/>
            </a:lvl3pPr>
            <a:lvl4pPr marL="822960" indent="-274320">
              <a:defRPr sz="16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4474742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/>
          <p:cNvCxnSpPr/>
          <p:nvPr/>
        </p:nvCxnSpPr>
        <p:spPr bwMode="auto">
          <a:xfrm>
            <a:off x="3275541" y="0"/>
            <a:ext cx="0" cy="1295400"/>
          </a:xfrm>
          <a:prstGeom prst="line">
            <a:avLst/>
          </a:prstGeom>
          <a:solidFill>
            <a:schemeClr val="accent1"/>
          </a:solidFill>
          <a:ln w="12700" cap="flat" cmpd="sng" algn="ctr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alpha val="0"/>
                  </a:schemeClr>
                </a:gs>
              </a:gsLst>
              <a:lin ang="540000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757" y="223967"/>
            <a:ext cx="3353917" cy="707886"/>
          </a:xfr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 flipH="1">
            <a:off x="3513673" y="366777"/>
            <a:ext cx="8072960" cy="400110"/>
          </a:xfrm>
        </p:spPr>
        <p:txBody>
          <a:bodyPr/>
          <a:lstStyle>
            <a:lvl1pPr marL="0" indent="0" algn="l">
              <a:lnSpc>
                <a:spcPct val="100000"/>
              </a:lnSpc>
              <a:buFont typeface="Arial" pitchFamily="34" charset="0"/>
              <a:buNone/>
              <a:defRPr sz="2000" b="1" cap="none" baseline="0">
                <a:solidFill>
                  <a:schemeClr val="tx2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1"/>
          </p:nvPr>
        </p:nvSpPr>
        <p:spPr>
          <a:xfrm>
            <a:off x="609600" y="2533372"/>
            <a:ext cx="10977035" cy="1791260"/>
          </a:xfrm>
        </p:spPr>
        <p:txBody>
          <a:bodyPr anchor="t"/>
          <a:lstStyle>
            <a:lvl1pPr marL="274320" indent="-274320">
              <a:defRPr sz="2400" baseline="0"/>
            </a:lvl1pPr>
            <a:lvl2pPr marL="617220" indent="-342900">
              <a:buFont typeface="Arial" pitchFamily="34" charset="0"/>
              <a:buChar char="•"/>
              <a:defRPr sz="2000" baseline="0"/>
            </a:lvl2pPr>
            <a:lvl3pPr marL="731520" indent="-137160">
              <a:buFont typeface="Arial" pitchFamily="34" charset="0"/>
              <a:buChar char="•"/>
              <a:defRPr sz="1800" baseline="0"/>
            </a:lvl3pPr>
            <a:lvl4pPr marL="822960" indent="-274320">
              <a:defRPr sz="16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1448578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/>
          <p:cNvCxnSpPr/>
          <p:nvPr/>
        </p:nvCxnSpPr>
        <p:spPr bwMode="auto">
          <a:xfrm>
            <a:off x="3503084" y="0"/>
            <a:ext cx="0" cy="1219200"/>
          </a:xfrm>
          <a:prstGeom prst="line">
            <a:avLst/>
          </a:prstGeom>
          <a:solidFill>
            <a:schemeClr val="accent1"/>
          </a:solidFill>
          <a:ln w="12700" cap="flat" cmpd="sng" algn="ctr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alpha val="0"/>
                  </a:schemeClr>
                </a:gs>
              </a:gsLst>
              <a:lin ang="540000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758" y="223965"/>
            <a:ext cx="3353919" cy="707886"/>
          </a:xfrm>
        </p:spPr>
        <p:txBody>
          <a:bodyPr/>
          <a:lstStyle>
            <a:lvl1pPr>
              <a:defRPr sz="2000" cap="none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 flipH="1">
            <a:off x="3513673" y="377853"/>
            <a:ext cx="8072960" cy="400110"/>
          </a:xfrm>
        </p:spPr>
        <p:txBody>
          <a:bodyPr/>
          <a:lstStyle>
            <a:lvl1pPr marL="0" indent="0" algn="l">
              <a:lnSpc>
                <a:spcPct val="100000"/>
              </a:lnSpc>
              <a:buFont typeface="Arial" pitchFamily="34" charset="0"/>
              <a:buNone/>
              <a:defRPr sz="2000" b="1" cap="none" baseline="0">
                <a:solidFill>
                  <a:schemeClr val="tx2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1"/>
          </p:nvPr>
        </p:nvSpPr>
        <p:spPr>
          <a:xfrm>
            <a:off x="609600" y="2721115"/>
            <a:ext cx="10977035" cy="1415772"/>
          </a:xfrm>
        </p:spPr>
        <p:txBody>
          <a:bodyPr/>
          <a:lstStyle>
            <a:lvl1pPr>
              <a:defRPr baseline="0"/>
            </a:lvl1pPr>
            <a:lvl2pPr>
              <a:defRPr baseline="0"/>
            </a:lvl2pPr>
            <a:lvl3pPr>
              <a:defRPr baseline="0"/>
            </a:lvl3pPr>
            <a:lvl4pPr>
              <a:defRPr baseline="0"/>
            </a:lvl4pPr>
            <a:lvl5pPr>
              <a:defRPr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8098279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/>
          <p:cNvCxnSpPr/>
          <p:nvPr/>
        </p:nvCxnSpPr>
        <p:spPr bwMode="auto">
          <a:xfrm>
            <a:off x="3503084" y="0"/>
            <a:ext cx="0" cy="1219200"/>
          </a:xfrm>
          <a:prstGeom prst="line">
            <a:avLst/>
          </a:prstGeom>
          <a:solidFill>
            <a:schemeClr val="accent1"/>
          </a:solidFill>
          <a:ln w="12700" cap="flat" cmpd="sng" algn="ctr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alpha val="0"/>
                  </a:schemeClr>
                </a:gs>
              </a:gsLst>
              <a:lin ang="540000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758" y="223965"/>
            <a:ext cx="3353919" cy="707886"/>
          </a:xfrm>
        </p:spPr>
        <p:txBody>
          <a:bodyPr/>
          <a:lstStyle>
            <a:lvl1pPr>
              <a:defRPr sz="2000" cap="none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 flipH="1">
            <a:off x="3513673" y="377853"/>
            <a:ext cx="8072960" cy="400110"/>
          </a:xfrm>
        </p:spPr>
        <p:txBody>
          <a:bodyPr/>
          <a:lstStyle>
            <a:lvl1pPr marL="0" indent="0" algn="l">
              <a:lnSpc>
                <a:spcPct val="100000"/>
              </a:lnSpc>
              <a:buFont typeface="Arial" pitchFamily="34" charset="0"/>
              <a:buNone/>
              <a:defRPr sz="2000" b="1" cap="none" baseline="0">
                <a:solidFill>
                  <a:schemeClr val="tx2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1"/>
          </p:nvPr>
        </p:nvSpPr>
        <p:spPr>
          <a:xfrm>
            <a:off x="609600" y="2721115"/>
            <a:ext cx="10977035" cy="1415772"/>
          </a:xfrm>
        </p:spPr>
        <p:txBody>
          <a:bodyPr/>
          <a:lstStyle>
            <a:lvl1pPr>
              <a:defRPr baseline="0"/>
            </a:lvl1pPr>
            <a:lvl2pPr>
              <a:defRPr baseline="0"/>
            </a:lvl2pPr>
            <a:lvl3pPr>
              <a:defRPr baseline="0"/>
            </a:lvl3pPr>
            <a:lvl4pPr>
              <a:defRPr baseline="0"/>
            </a:lvl4pPr>
            <a:lvl5pPr>
              <a:defRPr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1013239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CC7752C-180E-03E0-CAD1-9DAD0BDBD9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08262"/>
            <a:ext cx="12192000" cy="1424760"/>
          </a:xfrm>
          <a:prstGeom prst="rect">
            <a:avLst/>
          </a:prstGeom>
        </p:spPr>
      </p:pic>
      <p:cxnSp>
        <p:nvCxnSpPr>
          <p:cNvPr id="7" name="Straight Connector 6"/>
          <p:cNvCxnSpPr/>
          <p:nvPr/>
        </p:nvCxnSpPr>
        <p:spPr bwMode="auto">
          <a:xfrm>
            <a:off x="10217151" y="1900979"/>
            <a:ext cx="0" cy="1524000"/>
          </a:xfrm>
          <a:prstGeom prst="line">
            <a:avLst/>
          </a:prstGeom>
          <a:solidFill>
            <a:schemeClr val="accent1"/>
          </a:solidFill>
          <a:ln w="12700" cap="flat" cmpd="sng" algn="ctr">
            <a:gradFill flip="none" rotWithShape="1">
              <a:gsLst>
                <a:gs pos="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0697" y="2322328"/>
            <a:ext cx="9295377" cy="400110"/>
          </a:xfrm>
        </p:spPr>
        <p:txBody>
          <a:bodyPr anchor="b"/>
          <a:lstStyle>
            <a:lvl1pPr>
              <a:defRPr sz="2000" cap="none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620185" y="2722309"/>
            <a:ext cx="9296400" cy="276999"/>
          </a:xfrm>
        </p:spPr>
        <p:txBody>
          <a:bodyPr anchor="t"/>
          <a:lstStyle>
            <a:lvl1pPr marL="0" indent="0" algn="r">
              <a:lnSpc>
                <a:spcPct val="100000"/>
              </a:lnSpc>
              <a:buFont typeface="Arial" pitchFamily="34" charset="0"/>
              <a:buNone/>
              <a:defRPr sz="1200" b="1" i="0" cap="none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1992019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/>
          <p:cNvCxnSpPr/>
          <p:nvPr/>
        </p:nvCxnSpPr>
        <p:spPr bwMode="auto">
          <a:xfrm>
            <a:off x="3445933" y="0"/>
            <a:ext cx="0" cy="1219200"/>
          </a:xfrm>
          <a:prstGeom prst="line">
            <a:avLst/>
          </a:prstGeom>
          <a:solidFill>
            <a:schemeClr val="accent1"/>
          </a:solidFill>
          <a:ln w="12700" cap="flat" cmpd="sng" algn="ctr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alpha val="0"/>
                  </a:schemeClr>
                </a:gs>
              </a:gsLst>
              <a:lin ang="540000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757" y="223967"/>
            <a:ext cx="3353917" cy="707886"/>
          </a:xfrm>
        </p:spPr>
        <p:txBody>
          <a:bodyPr/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 flipH="1">
            <a:off x="3513673" y="366777"/>
            <a:ext cx="8072960" cy="400110"/>
          </a:xfrm>
        </p:spPr>
        <p:txBody>
          <a:bodyPr/>
          <a:lstStyle>
            <a:lvl1pPr marL="0" indent="0" algn="l">
              <a:lnSpc>
                <a:spcPct val="100000"/>
              </a:lnSpc>
              <a:buFont typeface="Arial" pitchFamily="34" charset="0"/>
              <a:buNone/>
              <a:defRPr sz="2000" b="1" cap="all" baseline="0">
                <a:solidFill>
                  <a:schemeClr val="tx2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1"/>
          </p:nvPr>
        </p:nvSpPr>
        <p:spPr>
          <a:xfrm>
            <a:off x="609600" y="2533372"/>
            <a:ext cx="10977035" cy="1791260"/>
          </a:xfrm>
        </p:spPr>
        <p:txBody>
          <a:bodyPr/>
          <a:lstStyle>
            <a:lvl1pPr marL="274320" indent="-274320">
              <a:defRPr sz="2400" baseline="0"/>
            </a:lvl1pPr>
            <a:lvl2pPr marL="617220" indent="-342900">
              <a:buFont typeface="Arial" pitchFamily="34" charset="0"/>
              <a:buChar char="•"/>
              <a:defRPr sz="2000" baseline="0"/>
            </a:lvl2pPr>
            <a:lvl3pPr marL="731520" indent="-137160">
              <a:buFont typeface="Arial" pitchFamily="34" charset="0"/>
              <a:buChar char="•"/>
              <a:defRPr sz="1800" baseline="0"/>
            </a:lvl3pPr>
            <a:lvl4pPr marL="822960" indent="-274320">
              <a:defRPr sz="16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4620717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/>
          <p:cNvCxnSpPr/>
          <p:nvPr/>
        </p:nvCxnSpPr>
        <p:spPr bwMode="auto">
          <a:xfrm>
            <a:off x="3445933" y="0"/>
            <a:ext cx="0" cy="1219200"/>
          </a:xfrm>
          <a:prstGeom prst="line">
            <a:avLst/>
          </a:prstGeom>
          <a:solidFill>
            <a:schemeClr val="accent1"/>
          </a:solidFill>
          <a:ln w="12700" cap="flat" cmpd="sng" algn="ctr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alpha val="0"/>
                  </a:schemeClr>
                </a:gs>
              </a:gsLst>
              <a:lin ang="540000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757" y="223967"/>
            <a:ext cx="3353917" cy="707886"/>
          </a:xfrm>
        </p:spPr>
        <p:txBody>
          <a:bodyPr/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 flipH="1">
            <a:off x="3513673" y="366777"/>
            <a:ext cx="8072960" cy="400110"/>
          </a:xfrm>
        </p:spPr>
        <p:txBody>
          <a:bodyPr/>
          <a:lstStyle>
            <a:lvl1pPr marL="0" indent="0" algn="l">
              <a:lnSpc>
                <a:spcPct val="100000"/>
              </a:lnSpc>
              <a:buFont typeface="Arial" pitchFamily="34" charset="0"/>
              <a:buNone/>
              <a:defRPr sz="2000" b="1" cap="all" baseline="0">
                <a:solidFill>
                  <a:schemeClr val="tx2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1"/>
          </p:nvPr>
        </p:nvSpPr>
        <p:spPr>
          <a:xfrm>
            <a:off x="609600" y="2533372"/>
            <a:ext cx="10977035" cy="1791260"/>
          </a:xfrm>
        </p:spPr>
        <p:txBody>
          <a:bodyPr/>
          <a:lstStyle>
            <a:lvl1pPr marL="274320" indent="-274320">
              <a:defRPr sz="2400" baseline="0"/>
            </a:lvl1pPr>
            <a:lvl2pPr marL="617220" indent="-342900">
              <a:buFont typeface="Arial" pitchFamily="34" charset="0"/>
              <a:buChar char="•"/>
              <a:defRPr sz="2000" baseline="0"/>
            </a:lvl2pPr>
            <a:lvl3pPr marL="731520" indent="-137160">
              <a:buFont typeface="Arial" pitchFamily="34" charset="0"/>
              <a:buChar char="•"/>
              <a:defRPr sz="1800" baseline="0"/>
            </a:lvl3pPr>
            <a:lvl4pPr marL="822960" indent="-274320">
              <a:defRPr sz="16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967180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/>
          <p:cNvCxnSpPr/>
          <p:nvPr/>
        </p:nvCxnSpPr>
        <p:spPr bwMode="auto">
          <a:xfrm>
            <a:off x="3445933" y="0"/>
            <a:ext cx="0" cy="1219200"/>
          </a:xfrm>
          <a:prstGeom prst="line">
            <a:avLst/>
          </a:prstGeom>
          <a:solidFill>
            <a:schemeClr val="accent1"/>
          </a:solidFill>
          <a:ln w="12700" cap="flat" cmpd="sng" algn="ctr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alpha val="0"/>
                  </a:schemeClr>
                </a:gs>
              </a:gsLst>
              <a:lin ang="540000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757" y="223967"/>
            <a:ext cx="3353917" cy="707886"/>
          </a:xfrm>
        </p:spPr>
        <p:txBody>
          <a:bodyPr/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 flipH="1">
            <a:off x="3513673" y="366777"/>
            <a:ext cx="8072960" cy="400110"/>
          </a:xfrm>
        </p:spPr>
        <p:txBody>
          <a:bodyPr/>
          <a:lstStyle>
            <a:lvl1pPr marL="0" indent="0" algn="l">
              <a:lnSpc>
                <a:spcPct val="100000"/>
              </a:lnSpc>
              <a:buFont typeface="Arial" pitchFamily="34" charset="0"/>
              <a:buNone/>
              <a:defRPr sz="2000" b="1" cap="all" baseline="0">
                <a:solidFill>
                  <a:schemeClr val="tx2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1"/>
          </p:nvPr>
        </p:nvSpPr>
        <p:spPr>
          <a:xfrm>
            <a:off x="609600" y="2533372"/>
            <a:ext cx="10977035" cy="1791260"/>
          </a:xfrm>
        </p:spPr>
        <p:txBody>
          <a:bodyPr/>
          <a:lstStyle>
            <a:lvl1pPr marL="274320" indent="-274320">
              <a:defRPr sz="2400" baseline="0"/>
            </a:lvl1pPr>
            <a:lvl2pPr marL="617220" indent="-342900">
              <a:buFont typeface="Arial" pitchFamily="34" charset="0"/>
              <a:buChar char="•"/>
              <a:defRPr sz="2000" baseline="0"/>
            </a:lvl2pPr>
            <a:lvl3pPr marL="731520" indent="-137160">
              <a:buFont typeface="Arial" pitchFamily="34" charset="0"/>
              <a:buChar char="•"/>
              <a:defRPr sz="1800" baseline="0"/>
            </a:lvl3pPr>
            <a:lvl4pPr marL="822960" indent="-274320">
              <a:defRPr sz="1600" baseline="0"/>
            </a:lvl4pPr>
            <a:lvl5pPr>
              <a:defRPr sz="1200" baseline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0606602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5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6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7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8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9.xml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theme" Target="../theme/theme7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12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13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Title Placeholder 1"/>
          <p:cNvSpPr>
            <a:spLocks noGrp="1"/>
          </p:cNvSpPr>
          <p:nvPr>
            <p:ph type="title"/>
          </p:nvPr>
        </p:nvSpPr>
        <p:spPr bwMode="auto">
          <a:xfrm>
            <a:off x="158751" y="285750"/>
            <a:ext cx="3354916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2736850"/>
            <a:ext cx="10972800" cy="138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altLang="en-US" dirty="0"/>
              <a:t>Click to edit Master text styles	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91026" r:id="rId1"/>
    <p:sldLayoutId id="2147491035" r:id="rId2"/>
    <p:sldLayoutId id="2147491027" r:id="rId3"/>
    <p:sldLayoutId id="2147491034" r:id="rId4"/>
  </p:sldLayoutIdLst>
  <p:transition>
    <p:fade/>
  </p:transition>
  <p:hf hdr="0" ftr="0" dt="0"/>
  <p:txStyles>
    <p:titleStyle>
      <a:lvl1pPr algn="r" defTabSz="182563" rtl="0" eaLnBrk="0" fontAlgn="base" hangingPunct="0">
        <a:spcBef>
          <a:spcPct val="0"/>
        </a:spcBef>
        <a:spcAft>
          <a:spcPct val="0"/>
        </a:spcAft>
        <a:defRPr sz="1600" kern="1200">
          <a:solidFill>
            <a:srgbClr val="003B76"/>
          </a:solidFill>
          <a:latin typeface="+mj-lt"/>
          <a:ea typeface="+mj-ea"/>
          <a:cs typeface="+mj-cs"/>
        </a:defRPr>
      </a:lvl1pPr>
      <a:lvl2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2pPr>
      <a:lvl3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3pPr>
      <a:lvl4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4pPr>
      <a:lvl5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5pPr>
      <a:lvl6pPr marL="457200" algn="r" defTabSz="182563" rtl="0" eaLnBrk="1" fontAlgn="base" hangingPunct="1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6pPr>
      <a:lvl7pPr marL="914400" algn="r" defTabSz="182563" rtl="0" eaLnBrk="1" fontAlgn="base" hangingPunct="1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7pPr>
      <a:lvl8pPr marL="1371600" algn="r" defTabSz="182563" rtl="0" eaLnBrk="1" fontAlgn="base" hangingPunct="1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8pPr>
      <a:lvl9pPr marL="1828800" algn="r" defTabSz="182563" rtl="0" eaLnBrk="1" fontAlgn="base" hangingPunct="1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9pPr>
    </p:titleStyle>
    <p:bodyStyle>
      <a:lvl1pPr marL="182563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kern="1200">
          <a:solidFill>
            <a:srgbClr val="2C3134"/>
          </a:solidFill>
          <a:latin typeface="+mn-lt"/>
          <a:ea typeface="+mn-ea"/>
          <a:cs typeface="+mn-cs"/>
        </a:defRPr>
      </a:lvl1pPr>
      <a:lvl2pPr marL="365125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600" kern="1200">
          <a:solidFill>
            <a:srgbClr val="2C3134"/>
          </a:solidFill>
          <a:latin typeface="+mn-lt"/>
          <a:ea typeface="+mn-ea"/>
          <a:cs typeface="+mn-cs"/>
        </a:defRPr>
      </a:lvl2pPr>
      <a:lvl3pPr marL="547688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400" kern="1200">
          <a:solidFill>
            <a:srgbClr val="2C3134"/>
          </a:solidFill>
          <a:latin typeface="+mn-lt"/>
          <a:ea typeface="+mn-ea"/>
          <a:cs typeface="+mn-cs"/>
        </a:defRPr>
      </a:lvl3pPr>
      <a:lvl4pPr marL="730250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200" kern="1200">
          <a:solidFill>
            <a:srgbClr val="2C3134"/>
          </a:solidFill>
          <a:latin typeface="+mn-lt"/>
          <a:ea typeface="+mn-ea"/>
          <a:cs typeface="+mn-cs"/>
        </a:defRPr>
      </a:lvl4pPr>
      <a:lvl5pPr marL="901700" indent="-171450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000" kern="1200">
          <a:solidFill>
            <a:srgbClr val="2C3134"/>
          </a:solidFill>
          <a:latin typeface="+mn-lt"/>
          <a:ea typeface="+mn-ea"/>
          <a:cs typeface="+mn-cs"/>
        </a:defRPr>
      </a:lvl5pPr>
      <a:lvl6pPr marL="1097280" indent="-182880" algn="l" defTabSz="3657600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6pPr>
      <a:lvl7pPr marL="1280160" indent="-182880" algn="l" defTabSz="3657600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7pPr>
      <a:lvl8pPr marL="1463040" indent="-182880" algn="l" defTabSz="914400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8pPr>
      <a:lvl9pPr marL="1645920" indent="-182880" algn="l" defTabSz="365760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Title Placeholder 1"/>
          <p:cNvSpPr>
            <a:spLocks noGrp="1"/>
          </p:cNvSpPr>
          <p:nvPr>
            <p:ph type="title"/>
          </p:nvPr>
        </p:nvSpPr>
        <p:spPr bwMode="auto">
          <a:xfrm>
            <a:off x="158751" y="285750"/>
            <a:ext cx="3354916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307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2736850"/>
            <a:ext cx="10972800" cy="138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altLang="en-US"/>
              <a:t>Click to edit Master text styles	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91045" r:id="rId1"/>
  </p:sldLayoutIdLst>
  <p:transition>
    <p:fade/>
  </p:transition>
  <p:hf hdr="0" ftr="0" dt="0"/>
  <p:txStyles>
    <p:titleStyle>
      <a:lvl1pPr algn="r" defTabSz="182563" rtl="0" eaLnBrk="0" fontAlgn="base" hangingPunct="0">
        <a:spcBef>
          <a:spcPct val="0"/>
        </a:spcBef>
        <a:spcAft>
          <a:spcPct val="0"/>
        </a:spcAft>
        <a:defRPr sz="1600" kern="1200">
          <a:solidFill>
            <a:srgbClr val="003B76"/>
          </a:solidFill>
          <a:latin typeface="+mj-lt"/>
          <a:ea typeface="+mj-ea"/>
          <a:cs typeface="+mj-cs"/>
        </a:defRPr>
      </a:lvl1pPr>
      <a:lvl2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2pPr>
      <a:lvl3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3pPr>
      <a:lvl4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4pPr>
      <a:lvl5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5pPr>
      <a:lvl6pPr marL="457200" algn="r" defTabSz="182563" rtl="0" eaLnBrk="1" fontAlgn="base" hangingPunct="1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6pPr>
      <a:lvl7pPr marL="914400" algn="r" defTabSz="182563" rtl="0" eaLnBrk="1" fontAlgn="base" hangingPunct="1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7pPr>
      <a:lvl8pPr marL="1371600" algn="r" defTabSz="182563" rtl="0" eaLnBrk="1" fontAlgn="base" hangingPunct="1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8pPr>
      <a:lvl9pPr marL="1828800" algn="r" defTabSz="182563" rtl="0" eaLnBrk="1" fontAlgn="base" hangingPunct="1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9pPr>
    </p:titleStyle>
    <p:bodyStyle>
      <a:lvl1pPr marL="182563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kern="1200">
          <a:solidFill>
            <a:srgbClr val="2C3134"/>
          </a:solidFill>
          <a:latin typeface="+mn-lt"/>
          <a:ea typeface="+mn-ea"/>
          <a:cs typeface="+mn-cs"/>
        </a:defRPr>
      </a:lvl1pPr>
      <a:lvl2pPr marL="365125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600" kern="1200">
          <a:solidFill>
            <a:srgbClr val="2C3134"/>
          </a:solidFill>
          <a:latin typeface="+mn-lt"/>
          <a:ea typeface="+mn-ea"/>
          <a:cs typeface="+mn-cs"/>
        </a:defRPr>
      </a:lvl2pPr>
      <a:lvl3pPr marL="547688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400" kern="1200">
          <a:solidFill>
            <a:srgbClr val="2C3134"/>
          </a:solidFill>
          <a:latin typeface="+mn-lt"/>
          <a:ea typeface="+mn-ea"/>
          <a:cs typeface="+mn-cs"/>
        </a:defRPr>
      </a:lvl3pPr>
      <a:lvl4pPr marL="730250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200" kern="1200">
          <a:solidFill>
            <a:srgbClr val="2C3134"/>
          </a:solidFill>
          <a:latin typeface="+mn-lt"/>
          <a:ea typeface="+mn-ea"/>
          <a:cs typeface="+mn-cs"/>
        </a:defRPr>
      </a:lvl4pPr>
      <a:lvl5pPr marL="901700" indent="-171450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000" kern="1200">
          <a:solidFill>
            <a:srgbClr val="2C3134"/>
          </a:solidFill>
          <a:latin typeface="+mn-lt"/>
          <a:ea typeface="+mn-ea"/>
          <a:cs typeface="+mn-cs"/>
        </a:defRPr>
      </a:lvl5pPr>
      <a:lvl6pPr marL="1097280" indent="-182880" algn="l" defTabSz="3657600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6pPr>
      <a:lvl7pPr marL="1280160" indent="-182880" algn="l" defTabSz="3657600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7pPr>
      <a:lvl8pPr marL="1463040" indent="-182880" algn="l" defTabSz="914400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8pPr>
      <a:lvl9pPr marL="1645920" indent="-182880" algn="l" defTabSz="365760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Title Placeholder 1"/>
          <p:cNvSpPr>
            <a:spLocks noGrp="1"/>
          </p:cNvSpPr>
          <p:nvPr>
            <p:ph type="title"/>
          </p:nvPr>
        </p:nvSpPr>
        <p:spPr bwMode="auto">
          <a:xfrm>
            <a:off x="158751" y="285750"/>
            <a:ext cx="3354916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410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2736850"/>
            <a:ext cx="10972800" cy="138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altLang="en-US"/>
              <a:t>Click to edit Master text styles	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91056" r:id="rId1"/>
  </p:sldLayoutIdLst>
  <p:transition>
    <p:fade/>
  </p:transition>
  <p:hf hdr="0" ftr="0" dt="0"/>
  <p:txStyles>
    <p:titleStyle>
      <a:lvl1pPr algn="r" defTabSz="182563" rtl="0" eaLnBrk="0" fontAlgn="base" hangingPunct="0">
        <a:spcBef>
          <a:spcPct val="0"/>
        </a:spcBef>
        <a:spcAft>
          <a:spcPct val="0"/>
        </a:spcAft>
        <a:defRPr sz="1600" kern="1200">
          <a:solidFill>
            <a:srgbClr val="003B76"/>
          </a:solidFill>
          <a:latin typeface="+mj-lt"/>
          <a:ea typeface="+mj-ea"/>
          <a:cs typeface="+mj-cs"/>
        </a:defRPr>
      </a:lvl1pPr>
      <a:lvl2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2pPr>
      <a:lvl3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3pPr>
      <a:lvl4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4pPr>
      <a:lvl5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5pPr>
      <a:lvl6pPr marL="457200" algn="r" defTabSz="182563" rtl="0" eaLnBrk="1" fontAlgn="base" hangingPunct="1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6pPr>
      <a:lvl7pPr marL="914400" algn="r" defTabSz="182563" rtl="0" eaLnBrk="1" fontAlgn="base" hangingPunct="1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7pPr>
      <a:lvl8pPr marL="1371600" algn="r" defTabSz="182563" rtl="0" eaLnBrk="1" fontAlgn="base" hangingPunct="1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8pPr>
      <a:lvl9pPr marL="1828800" algn="r" defTabSz="182563" rtl="0" eaLnBrk="1" fontAlgn="base" hangingPunct="1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9pPr>
    </p:titleStyle>
    <p:bodyStyle>
      <a:lvl1pPr marL="182563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kern="1200">
          <a:solidFill>
            <a:srgbClr val="2C3134"/>
          </a:solidFill>
          <a:latin typeface="+mn-lt"/>
          <a:ea typeface="+mn-ea"/>
          <a:cs typeface="+mn-cs"/>
        </a:defRPr>
      </a:lvl1pPr>
      <a:lvl2pPr marL="365125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600" kern="1200">
          <a:solidFill>
            <a:srgbClr val="2C3134"/>
          </a:solidFill>
          <a:latin typeface="+mn-lt"/>
          <a:ea typeface="+mn-ea"/>
          <a:cs typeface="+mn-cs"/>
        </a:defRPr>
      </a:lvl2pPr>
      <a:lvl3pPr marL="547688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400" kern="1200">
          <a:solidFill>
            <a:srgbClr val="2C3134"/>
          </a:solidFill>
          <a:latin typeface="+mn-lt"/>
          <a:ea typeface="+mn-ea"/>
          <a:cs typeface="+mn-cs"/>
        </a:defRPr>
      </a:lvl3pPr>
      <a:lvl4pPr marL="730250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200" kern="1200">
          <a:solidFill>
            <a:srgbClr val="2C3134"/>
          </a:solidFill>
          <a:latin typeface="+mn-lt"/>
          <a:ea typeface="+mn-ea"/>
          <a:cs typeface="+mn-cs"/>
        </a:defRPr>
      </a:lvl4pPr>
      <a:lvl5pPr marL="901700" indent="-171450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000" kern="1200">
          <a:solidFill>
            <a:srgbClr val="2C3134"/>
          </a:solidFill>
          <a:latin typeface="+mn-lt"/>
          <a:ea typeface="+mn-ea"/>
          <a:cs typeface="+mn-cs"/>
        </a:defRPr>
      </a:lvl5pPr>
      <a:lvl6pPr marL="1097280" indent="-182880" algn="l" defTabSz="3657600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6pPr>
      <a:lvl7pPr marL="1280160" indent="-182880" algn="l" defTabSz="3657600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7pPr>
      <a:lvl8pPr marL="1463040" indent="-182880" algn="l" defTabSz="914400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8pPr>
      <a:lvl9pPr marL="1645920" indent="-182880" algn="l" defTabSz="365760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Title Placeholder 1"/>
          <p:cNvSpPr>
            <a:spLocks noGrp="1"/>
          </p:cNvSpPr>
          <p:nvPr>
            <p:ph type="title"/>
          </p:nvPr>
        </p:nvSpPr>
        <p:spPr bwMode="auto">
          <a:xfrm>
            <a:off x="158751" y="285750"/>
            <a:ext cx="3354916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512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2736850"/>
            <a:ext cx="10972800" cy="138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altLang="en-US"/>
              <a:t>Click to edit Master text styles	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91067" r:id="rId1"/>
  </p:sldLayoutIdLst>
  <p:transition>
    <p:fade/>
  </p:transition>
  <p:hf hdr="0" ftr="0" dt="0"/>
  <p:txStyles>
    <p:titleStyle>
      <a:lvl1pPr algn="r" defTabSz="182563" rtl="0" eaLnBrk="0" fontAlgn="base" hangingPunct="0">
        <a:spcBef>
          <a:spcPct val="0"/>
        </a:spcBef>
        <a:spcAft>
          <a:spcPct val="0"/>
        </a:spcAft>
        <a:defRPr sz="1600" kern="1200">
          <a:solidFill>
            <a:srgbClr val="003B76"/>
          </a:solidFill>
          <a:latin typeface="+mj-lt"/>
          <a:ea typeface="+mj-ea"/>
          <a:cs typeface="+mj-cs"/>
        </a:defRPr>
      </a:lvl1pPr>
      <a:lvl2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2pPr>
      <a:lvl3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3pPr>
      <a:lvl4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4pPr>
      <a:lvl5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5pPr>
      <a:lvl6pPr marL="457200" algn="r" defTabSz="182563" rtl="0" eaLnBrk="1" fontAlgn="base" hangingPunct="1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6pPr>
      <a:lvl7pPr marL="914400" algn="r" defTabSz="182563" rtl="0" eaLnBrk="1" fontAlgn="base" hangingPunct="1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7pPr>
      <a:lvl8pPr marL="1371600" algn="r" defTabSz="182563" rtl="0" eaLnBrk="1" fontAlgn="base" hangingPunct="1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8pPr>
      <a:lvl9pPr marL="1828800" algn="r" defTabSz="182563" rtl="0" eaLnBrk="1" fontAlgn="base" hangingPunct="1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9pPr>
    </p:titleStyle>
    <p:bodyStyle>
      <a:lvl1pPr marL="182563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kern="1200">
          <a:solidFill>
            <a:srgbClr val="2C3134"/>
          </a:solidFill>
          <a:latin typeface="+mn-lt"/>
          <a:ea typeface="+mn-ea"/>
          <a:cs typeface="+mn-cs"/>
        </a:defRPr>
      </a:lvl1pPr>
      <a:lvl2pPr marL="365125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600" kern="1200">
          <a:solidFill>
            <a:srgbClr val="2C3134"/>
          </a:solidFill>
          <a:latin typeface="+mn-lt"/>
          <a:ea typeface="+mn-ea"/>
          <a:cs typeface="+mn-cs"/>
        </a:defRPr>
      </a:lvl2pPr>
      <a:lvl3pPr marL="547688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400" kern="1200">
          <a:solidFill>
            <a:srgbClr val="2C3134"/>
          </a:solidFill>
          <a:latin typeface="+mn-lt"/>
          <a:ea typeface="+mn-ea"/>
          <a:cs typeface="+mn-cs"/>
        </a:defRPr>
      </a:lvl3pPr>
      <a:lvl4pPr marL="730250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200" kern="1200">
          <a:solidFill>
            <a:srgbClr val="2C3134"/>
          </a:solidFill>
          <a:latin typeface="+mn-lt"/>
          <a:ea typeface="+mn-ea"/>
          <a:cs typeface="+mn-cs"/>
        </a:defRPr>
      </a:lvl4pPr>
      <a:lvl5pPr marL="901700" indent="-171450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000" kern="1200">
          <a:solidFill>
            <a:srgbClr val="2C3134"/>
          </a:solidFill>
          <a:latin typeface="+mn-lt"/>
          <a:ea typeface="+mn-ea"/>
          <a:cs typeface="+mn-cs"/>
        </a:defRPr>
      </a:lvl5pPr>
      <a:lvl6pPr marL="1097280" indent="-182880" algn="l" defTabSz="3657600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6pPr>
      <a:lvl7pPr marL="1280160" indent="-182880" algn="l" defTabSz="3657600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7pPr>
      <a:lvl8pPr marL="1463040" indent="-182880" algn="l" defTabSz="914400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8pPr>
      <a:lvl9pPr marL="1645920" indent="-182880" algn="l" defTabSz="365760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itle Placeholder 1"/>
          <p:cNvSpPr>
            <a:spLocks noGrp="1"/>
          </p:cNvSpPr>
          <p:nvPr>
            <p:ph type="title"/>
          </p:nvPr>
        </p:nvSpPr>
        <p:spPr bwMode="auto">
          <a:xfrm>
            <a:off x="158751" y="285750"/>
            <a:ext cx="3354916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614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2736850"/>
            <a:ext cx="10972800" cy="138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altLang="en-US"/>
              <a:t>Click to edit Master text styles	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91078" r:id="rId1"/>
  </p:sldLayoutIdLst>
  <p:transition>
    <p:fade/>
  </p:transition>
  <p:hf hdr="0" ftr="0" dt="0"/>
  <p:txStyles>
    <p:titleStyle>
      <a:lvl1pPr algn="r" defTabSz="182563" rtl="0" eaLnBrk="0" fontAlgn="base" hangingPunct="0">
        <a:spcBef>
          <a:spcPct val="0"/>
        </a:spcBef>
        <a:spcAft>
          <a:spcPct val="0"/>
        </a:spcAft>
        <a:defRPr sz="1600" kern="1200">
          <a:solidFill>
            <a:srgbClr val="003B76"/>
          </a:solidFill>
          <a:latin typeface="+mj-lt"/>
          <a:ea typeface="+mj-ea"/>
          <a:cs typeface="+mj-cs"/>
        </a:defRPr>
      </a:lvl1pPr>
      <a:lvl2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2pPr>
      <a:lvl3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3pPr>
      <a:lvl4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4pPr>
      <a:lvl5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5pPr>
      <a:lvl6pPr marL="457200" algn="r" defTabSz="182563" rtl="0" eaLnBrk="1" fontAlgn="base" hangingPunct="1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6pPr>
      <a:lvl7pPr marL="914400" algn="r" defTabSz="182563" rtl="0" eaLnBrk="1" fontAlgn="base" hangingPunct="1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7pPr>
      <a:lvl8pPr marL="1371600" algn="r" defTabSz="182563" rtl="0" eaLnBrk="1" fontAlgn="base" hangingPunct="1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8pPr>
      <a:lvl9pPr marL="1828800" algn="r" defTabSz="182563" rtl="0" eaLnBrk="1" fontAlgn="base" hangingPunct="1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9pPr>
    </p:titleStyle>
    <p:bodyStyle>
      <a:lvl1pPr marL="182563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kern="1200">
          <a:solidFill>
            <a:srgbClr val="2C3134"/>
          </a:solidFill>
          <a:latin typeface="+mn-lt"/>
          <a:ea typeface="+mn-ea"/>
          <a:cs typeface="+mn-cs"/>
        </a:defRPr>
      </a:lvl1pPr>
      <a:lvl2pPr marL="365125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600" kern="1200">
          <a:solidFill>
            <a:srgbClr val="2C3134"/>
          </a:solidFill>
          <a:latin typeface="+mn-lt"/>
          <a:ea typeface="+mn-ea"/>
          <a:cs typeface="+mn-cs"/>
        </a:defRPr>
      </a:lvl2pPr>
      <a:lvl3pPr marL="547688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400" kern="1200">
          <a:solidFill>
            <a:srgbClr val="2C3134"/>
          </a:solidFill>
          <a:latin typeface="+mn-lt"/>
          <a:ea typeface="+mn-ea"/>
          <a:cs typeface="+mn-cs"/>
        </a:defRPr>
      </a:lvl3pPr>
      <a:lvl4pPr marL="730250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200" kern="1200">
          <a:solidFill>
            <a:srgbClr val="2C3134"/>
          </a:solidFill>
          <a:latin typeface="+mn-lt"/>
          <a:ea typeface="+mn-ea"/>
          <a:cs typeface="+mn-cs"/>
        </a:defRPr>
      </a:lvl4pPr>
      <a:lvl5pPr marL="901700" indent="-171450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000" kern="1200">
          <a:solidFill>
            <a:srgbClr val="2C3134"/>
          </a:solidFill>
          <a:latin typeface="+mn-lt"/>
          <a:ea typeface="+mn-ea"/>
          <a:cs typeface="+mn-cs"/>
        </a:defRPr>
      </a:lvl5pPr>
      <a:lvl6pPr marL="1097280" indent="-182880" algn="l" defTabSz="3657600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6pPr>
      <a:lvl7pPr marL="1280160" indent="-182880" algn="l" defTabSz="3657600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7pPr>
      <a:lvl8pPr marL="1463040" indent="-182880" algn="l" defTabSz="914400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8pPr>
      <a:lvl9pPr marL="1645920" indent="-182880" algn="l" defTabSz="365760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158751" y="285464"/>
            <a:ext cx="3354916" cy="58477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26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2720975"/>
            <a:ext cx="10972800" cy="1416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altLang="en-US"/>
              <a:t>Click to edit Master text styles	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>
          <a:xfrm>
            <a:off x="0" y="6018214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>
                <a:solidFill>
                  <a:srgbClr val="B0B7BB"/>
                </a:solidFill>
                <a:latin typeface="Arial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9347200" y="6018214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rgbClr val="000000"/>
                </a:solidFill>
                <a:latin typeface="Arial"/>
                <a:cs typeface="+mn-cs"/>
              </a:defRPr>
            </a:lvl1pPr>
          </a:lstStyle>
          <a:p>
            <a:pPr>
              <a:defRPr/>
            </a:pPr>
            <a:fld id="{64A68FE7-8F80-472C-98EC-A5CBF88262AF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91136" r:id="rId1"/>
  </p:sldLayoutIdLst>
  <p:transition>
    <p:fade/>
  </p:transition>
  <p:hf hdr="0" ftr="0" dt="0"/>
  <p:txStyles>
    <p:titleStyle>
      <a:lvl1pPr algn="r" defTabSz="182563" rtl="0" eaLnBrk="0" fontAlgn="base" hangingPunct="0">
        <a:spcBef>
          <a:spcPct val="0"/>
        </a:spcBef>
        <a:spcAft>
          <a:spcPct val="0"/>
        </a:spcAft>
        <a:defRPr sz="1600" kern="1200" cap="all">
          <a:solidFill>
            <a:srgbClr val="003B76"/>
          </a:solidFill>
          <a:latin typeface="+mj-lt"/>
          <a:ea typeface="+mj-ea"/>
          <a:cs typeface="+mj-cs"/>
        </a:defRPr>
      </a:lvl1pPr>
      <a:lvl2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anose="020B0A04020102020204" pitchFamily="34" charset="0"/>
        </a:defRPr>
      </a:lvl2pPr>
      <a:lvl3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anose="020B0A04020102020204" pitchFamily="34" charset="0"/>
        </a:defRPr>
      </a:lvl3pPr>
      <a:lvl4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anose="020B0A04020102020204" pitchFamily="34" charset="0"/>
        </a:defRPr>
      </a:lvl4pPr>
      <a:lvl5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anose="020B0A04020102020204" pitchFamily="34" charset="0"/>
        </a:defRPr>
      </a:lvl5pPr>
      <a:lvl6pPr marL="457200" algn="r" defTabSz="182563" rtl="0" fontAlgn="base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anose="020B0A04020102020204" pitchFamily="34" charset="0"/>
        </a:defRPr>
      </a:lvl6pPr>
      <a:lvl7pPr marL="914400" algn="r" defTabSz="182563" rtl="0" fontAlgn="base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anose="020B0A04020102020204" pitchFamily="34" charset="0"/>
        </a:defRPr>
      </a:lvl7pPr>
      <a:lvl8pPr marL="1371600" algn="r" defTabSz="182563" rtl="0" fontAlgn="base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anose="020B0A04020102020204" pitchFamily="34" charset="0"/>
        </a:defRPr>
      </a:lvl8pPr>
      <a:lvl9pPr marL="1828800" algn="r" defTabSz="182563" rtl="0" fontAlgn="base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anose="020B0A04020102020204" pitchFamily="34" charset="0"/>
        </a:defRPr>
      </a:lvl9pPr>
    </p:titleStyle>
    <p:bodyStyle>
      <a:lvl1pPr marL="182563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kern="1200">
          <a:solidFill>
            <a:srgbClr val="2C3134"/>
          </a:solidFill>
          <a:latin typeface="+mn-lt"/>
          <a:ea typeface="+mn-ea"/>
          <a:cs typeface="+mn-cs"/>
        </a:defRPr>
      </a:lvl1pPr>
      <a:lvl2pPr marL="365125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600" kern="1200">
          <a:solidFill>
            <a:srgbClr val="2C3134"/>
          </a:solidFill>
          <a:latin typeface="+mn-lt"/>
          <a:ea typeface="+mn-ea"/>
          <a:cs typeface="+mn-cs"/>
        </a:defRPr>
      </a:lvl2pPr>
      <a:lvl3pPr marL="547688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400" kern="1200">
          <a:solidFill>
            <a:srgbClr val="2C3134"/>
          </a:solidFill>
          <a:latin typeface="+mn-lt"/>
          <a:ea typeface="+mn-ea"/>
          <a:cs typeface="+mn-cs"/>
        </a:defRPr>
      </a:lvl3pPr>
      <a:lvl4pPr marL="730250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200" kern="1200">
          <a:solidFill>
            <a:srgbClr val="2C3134"/>
          </a:solidFill>
          <a:latin typeface="+mn-lt"/>
          <a:ea typeface="+mn-ea"/>
          <a:cs typeface="+mn-cs"/>
        </a:defRPr>
      </a:lvl4pPr>
      <a:lvl5pPr marL="901700" indent="-1698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000" kern="1200">
          <a:solidFill>
            <a:srgbClr val="2C3134"/>
          </a:solidFill>
          <a:latin typeface="+mn-lt"/>
          <a:ea typeface="+mn-ea"/>
          <a:cs typeface="+mn-cs"/>
        </a:defRPr>
      </a:lvl5pPr>
      <a:lvl6pPr marL="1097253" indent="-182875" algn="l" defTabSz="3657509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6pPr>
      <a:lvl7pPr marL="1280128" indent="-182875" algn="l" defTabSz="3657509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7pPr>
      <a:lvl8pPr marL="1463003" indent="-182875" algn="l" defTabSz="914377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8pPr>
      <a:lvl9pPr marL="1645879" indent="-182875" algn="l" defTabSz="365751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/>
          <p:cNvSpPr>
            <a:spLocks noGrp="1"/>
          </p:cNvSpPr>
          <p:nvPr>
            <p:ph type="title"/>
          </p:nvPr>
        </p:nvSpPr>
        <p:spPr>
          <a:xfrm>
            <a:off x="158751" y="285464"/>
            <a:ext cx="3354916" cy="58477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970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2720975"/>
            <a:ext cx="10972800" cy="1416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altLang="en-US"/>
              <a:t>Click to edit Master text styles	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3"/>
          </p:nvPr>
        </p:nvSpPr>
        <p:spPr>
          <a:xfrm>
            <a:off x="0" y="6018214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defTabSz="1219170" eaLnBrk="1" fontAlgn="auto" hangingPunct="1">
              <a:spcBef>
                <a:spcPts val="0"/>
              </a:spcBef>
              <a:spcAft>
                <a:spcPts val="0"/>
              </a:spcAft>
              <a:defRPr sz="800">
                <a:solidFill>
                  <a:srgbClr val="B0B7BB"/>
                </a:solidFill>
                <a:latin typeface="Arial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9347200" y="6018214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defTabSz="1219170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rgbClr val="000000"/>
                </a:solidFill>
                <a:latin typeface="Arial"/>
                <a:cs typeface="+mn-cs"/>
              </a:defRPr>
            </a:lvl1pPr>
          </a:lstStyle>
          <a:p>
            <a:pPr>
              <a:defRPr/>
            </a:pPr>
            <a:fld id="{6B297867-ECBA-44C8-9613-2F310D2524A0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91352" r:id="rId1"/>
    <p:sldLayoutId id="2147491353" r:id="rId2"/>
  </p:sldLayoutIdLst>
  <p:transition>
    <p:fade/>
  </p:transition>
  <p:hf hdr="0" ftr="0" dt="0"/>
  <p:txStyles>
    <p:titleStyle>
      <a:lvl1pPr algn="r" defTabSz="182563" rtl="0" eaLnBrk="0" fontAlgn="base" hangingPunct="0">
        <a:spcBef>
          <a:spcPct val="0"/>
        </a:spcBef>
        <a:spcAft>
          <a:spcPct val="0"/>
        </a:spcAft>
        <a:defRPr sz="1600" kern="1200" cap="all">
          <a:solidFill>
            <a:srgbClr val="003B76"/>
          </a:solidFill>
          <a:latin typeface="+mj-lt"/>
          <a:ea typeface="+mj-ea"/>
          <a:cs typeface="+mj-cs"/>
        </a:defRPr>
      </a:lvl1pPr>
      <a:lvl2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anose="020B0A04020102020204" pitchFamily="34" charset="0"/>
        </a:defRPr>
      </a:lvl2pPr>
      <a:lvl3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anose="020B0A04020102020204" pitchFamily="34" charset="0"/>
        </a:defRPr>
      </a:lvl3pPr>
      <a:lvl4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anose="020B0A04020102020204" pitchFamily="34" charset="0"/>
        </a:defRPr>
      </a:lvl4pPr>
      <a:lvl5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anose="020B0A04020102020204" pitchFamily="34" charset="0"/>
        </a:defRPr>
      </a:lvl5pPr>
      <a:lvl6pPr marL="457200" algn="r" defTabSz="182563" rtl="0" fontAlgn="base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anose="020B0A04020102020204" pitchFamily="34" charset="0"/>
        </a:defRPr>
      </a:lvl6pPr>
      <a:lvl7pPr marL="914400" algn="r" defTabSz="182563" rtl="0" fontAlgn="base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anose="020B0A04020102020204" pitchFamily="34" charset="0"/>
        </a:defRPr>
      </a:lvl7pPr>
      <a:lvl8pPr marL="1371600" algn="r" defTabSz="182563" rtl="0" fontAlgn="base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anose="020B0A04020102020204" pitchFamily="34" charset="0"/>
        </a:defRPr>
      </a:lvl8pPr>
      <a:lvl9pPr marL="1828800" algn="r" defTabSz="182563" rtl="0" fontAlgn="base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anose="020B0A04020102020204" pitchFamily="34" charset="0"/>
        </a:defRPr>
      </a:lvl9pPr>
    </p:titleStyle>
    <p:bodyStyle>
      <a:lvl1pPr marL="182563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kern="1200">
          <a:solidFill>
            <a:srgbClr val="2C3134"/>
          </a:solidFill>
          <a:latin typeface="+mn-lt"/>
          <a:ea typeface="+mn-ea"/>
          <a:cs typeface="+mn-cs"/>
        </a:defRPr>
      </a:lvl1pPr>
      <a:lvl2pPr marL="365125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600" kern="1200">
          <a:solidFill>
            <a:srgbClr val="2C3134"/>
          </a:solidFill>
          <a:latin typeface="+mn-lt"/>
          <a:ea typeface="+mn-ea"/>
          <a:cs typeface="+mn-cs"/>
        </a:defRPr>
      </a:lvl2pPr>
      <a:lvl3pPr marL="547688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400" kern="1200">
          <a:solidFill>
            <a:srgbClr val="2C3134"/>
          </a:solidFill>
          <a:latin typeface="+mn-lt"/>
          <a:ea typeface="+mn-ea"/>
          <a:cs typeface="+mn-cs"/>
        </a:defRPr>
      </a:lvl3pPr>
      <a:lvl4pPr marL="730250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200" kern="1200">
          <a:solidFill>
            <a:srgbClr val="2C3134"/>
          </a:solidFill>
          <a:latin typeface="+mn-lt"/>
          <a:ea typeface="+mn-ea"/>
          <a:cs typeface="+mn-cs"/>
        </a:defRPr>
      </a:lvl4pPr>
      <a:lvl5pPr marL="901700" indent="-1698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000" kern="1200">
          <a:solidFill>
            <a:srgbClr val="2C3134"/>
          </a:solidFill>
          <a:latin typeface="+mn-lt"/>
          <a:ea typeface="+mn-ea"/>
          <a:cs typeface="+mn-cs"/>
        </a:defRPr>
      </a:lvl5pPr>
      <a:lvl6pPr marL="1097253" indent="-182875" algn="l" defTabSz="3657509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6pPr>
      <a:lvl7pPr marL="1280128" indent="-182875" algn="l" defTabSz="3657509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7pPr>
      <a:lvl8pPr marL="1463003" indent="-182875" algn="l" defTabSz="914377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8pPr>
      <a:lvl9pPr marL="1645879" indent="-182875" algn="l" defTabSz="365751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3" name="Title Placeholder 1"/>
          <p:cNvSpPr>
            <a:spLocks noGrp="1"/>
          </p:cNvSpPr>
          <p:nvPr>
            <p:ph type="title"/>
          </p:nvPr>
        </p:nvSpPr>
        <p:spPr bwMode="auto">
          <a:xfrm>
            <a:off x="158751" y="285750"/>
            <a:ext cx="3354916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3072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2736850"/>
            <a:ext cx="10972800" cy="138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altLang="en-US"/>
              <a:t>Click to edit Master text styles	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91364" r:id="rId1"/>
  </p:sldLayoutIdLst>
  <p:transition>
    <p:fade/>
  </p:transition>
  <p:hf hdr="0" ftr="0" dt="0"/>
  <p:txStyles>
    <p:titleStyle>
      <a:lvl1pPr algn="r" defTabSz="182563" rtl="0" eaLnBrk="0" fontAlgn="base" hangingPunct="0">
        <a:spcBef>
          <a:spcPct val="0"/>
        </a:spcBef>
        <a:spcAft>
          <a:spcPct val="0"/>
        </a:spcAft>
        <a:defRPr sz="1600" kern="1200">
          <a:solidFill>
            <a:srgbClr val="003B76"/>
          </a:solidFill>
          <a:latin typeface="+mj-lt"/>
          <a:ea typeface="+mj-ea"/>
          <a:cs typeface="+mj-cs"/>
        </a:defRPr>
      </a:lvl1pPr>
      <a:lvl2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2pPr>
      <a:lvl3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3pPr>
      <a:lvl4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4pPr>
      <a:lvl5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5pPr>
      <a:lvl6pPr marL="457200" algn="r" defTabSz="182563" rtl="0" eaLnBrk="1" fontAlgn="base" hangingPunct="1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6pPr>
      <a:lvl7pPr marL="914400" algn="r" defTabSz="182563" rtl="0" eaLnBrk="1" fontAlgn="base" hangingPunct="1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7pPr>
      <a:lvl8pPr marL="1371600" algn="r" defTabSz="182563" rtl="0" eaLnBrk="1" fontAlgn="base" hangingPunct="1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8pPr>
      <a:lvl9pPr marL="1828800" algn="r" defTabSz="182563" rtl="0" eaLnBrk="1" fontAlgn="base" hangingPunct="1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9pPr>
    </p:titleStyle>
    <p:bodyStyle>
      <a:lvl1pPr marL="182563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kern="1200">
          <a:solidFill>
            <a:srgbClr val="2C3134"/>
          </a:solidFill>
          <a:latin typeface="+mn-lt"/>
          <a:ea typeface="+mn-ea"/>
          <a:cs typeface="+mn-cs"/>
        </a:defRPr>
      </a:lvl1pPr>
      <a:lvl2pPr marL="365125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600" kern="1200">
          <a:solidFill>
            <a:srgbClr val="2C3134"/>
          </a:solidFill>
          <a:latin typeface="+mn-lt"/>
          <a:ea typeface="+mn-ea"/>
          <a:cs typeface="+mn-cs"/>
        </a:defRPr>
      </a:lvl2pPr>
      <a:lvl3pPr marL="547688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400" kern="1200">
          <a:solidFill>
            <a:srgbClr val="2C3134"/>
          </a:solidFill>
          <a:latin typeface="+mn-lt"/>
          <a:ea typeface="+mn-ea"/>
          <a:cs typeface="+mn-cs"/>
        </a:defRPr>
      </a:lvl3pPr>
      <a:lvl4pPr marL="730250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200" kern="1200">
          <a:solidFill>
            <a:srgbClr val="2C3134"/>
          </a:solidFill>
          <a:latin typeface="+mn-lt"/>
          <a:ea typeface="+mn-ea"/>
          <a:cs typeface="+mn-cs"/>
        </a:defRPr>
      </a:lvl4pPr>
      <a:lvl5pPr marL="901700" indent="-171450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000" kern="1200">
          <a:solidFill>
            <a:srgbClr val="2C3134"/>
          </a:solidFill>
          <a:latin typeface="+mn-lt"/>
          <a:ea typeface="+mn-ea"/>
          <a:cs typeface="+mn-cs"/>
        </a:defRPr>
      </a:lvl5pPr>
      <a:lvl6pPr marL="1097280" indent="-182880" algn="l" defTabSz="3657600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6pPr>
      <a:lvl7pPr marL="1280160" indent="-182880" algn="l" defTabSz="3657600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7pPr>
      <a:lvl8pPr marL="1463040" indent="-182880" algn="l" defTabSz="914400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8pPr>
      <a:lvl9pPr marL="1645920" indent="-182880" algn="l" defTabSz="365760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7" name="Title Placeholder 1"/>
          <p:cNvSpPr>
            <a:spLocks noGrp="1"/>
          </p:cNvSpPr>
          <p:nvPr>
            <p:ph type="title"/>
          </p:nvPr>
        </p:nvSpPr>
        <p:spPr bwMode="auto">
          <a:xfrm>
            <a:off x="158751" y="285750"/>
            <a:ext cx="3354916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3174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2736850"/>
            <a:ext cx="10972800" cy="138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altLang="en-US"/>
              <a:t>Click to edit Master text styles	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91375" r:id="rId1"/>
  </p:sldLayoutIdLst>
  <p:transition>
    <p:fade/>
  </p:transition>
  <p:hf hdr="0" ftr="0" dt="0"/>
  <p:txStyles>
    <p:titleStyle>
      <a:lvl1pPr algn="r" defTabSz="182563" rtl="0" eaLnBrk="0" fontAlgn="base" hangingPunct="0">
        <a:spcBef>
          <a:spcPct val="0"/>
        </a:spcBef>
        <a:spcAft>
          <a:spcPct val="0"/>
        </a:spcAft>
        <a:defRPr sz="1600" kern="1200">
          <a:solidFill>
            <a:srgbClr val="003B76"/>
          </a:solidFill>
          <a:latin typeface="+mj-lt"/>
          <a:ea typeface="+mj-ea"/>
          <a:cs typeface="+mj-cs"/>
        </a:defRPr>
      </a:lvl1pPr>
      <a:lvl2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2pPr>
      <a:lvl3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3pPr>
      <a:lvl4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4pPr>
      <a:lvl5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5pPr>
      <a:lvl6pPr marL="457200" algn="r" defTabSz="182563" rtl="0" eaLnBrk="1" fontAlgn="base" hangingPunct="1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6pPr>
      <a:lvl7pPr marL="914400" algn="r" defTabSz="182563" rtl="0" eaLnBrk="1" fontAlgn="base" hangingPunct="1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7pPr>
      <a:lvl8pPr marL="1371600" algn="r" defTabSz="182563" rtl="0" eaLnBrk="1" fontAlgn="base" hangingPunct="1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8pPr>
      <a:lvl9pPr marL="1828800" algn="r" defTabSz="182563" rtl="0" eaLnBrk="1" fontAlgn="base" hangingPunct="1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9pPr>
    </p:titleStyle>
    <p:bodyStyle>
      <a:lvl1pPr marL="182563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kern="1200">
          <a:solidFill>
            <a:srgbClr val="2C3134"/>
          </a:solidFill>
          <a:latin typeface="+mn-lt"/>
          <a:ea typeface="+mn-ea"/>
          <a:cs typeface="+mn-cs"/>
        </a:defRPr>
      </a:lvl1pPr>
      <a:lvl2pPr marL="365125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600" kern="1200">
          <a:solidFill>
            <a:srgbClr val="2C3134"/>
          </a:solidFill>
          <a:latin typeface="+mn-lt"/>
          <a:ea typeface="+mn-ea"/>
          <a:cs typeface="+mn-cs"/>
        </a:defRPr>
      </a:lvl2pPr>
      <a:lvl3pPr marL="547688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400" kern="1200">
          <a:solidFill>
            <a:srgbClr val="2C3134"/>
          </a:solidFill>
          <a:latin typeface="+mn-lt"/>
          <a:ea typeface="+mn-ea"/>
          <a:cs typeface="+mn-cs"/>
        </a:defRPr>
      </a:lvl3pPr>
      <a:lvl4pPr marL="730250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200" kern="1200">
          <a:solidFill>
            <a:srgbClr val="2C3134"/>
          </a:solidFill>
          <a:latin typeface="+mn-lt"/>
          <a:ea typeface="+mn-ea"/>
          <a:cs typeface="+mn-cs"/>
        </a:defRPr>
      </a:lvl4pPr>
      <a:lvl5pPr marL="901700" indent="-171450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000" kern="1200">
          <a:solidFill>
            <a:srgbClr val="2C3134"/>
          </a:solidFill>
          <a:latin typeface="+mn-lt"/>
          <a:ea typeface="+mn-ea"/>
          <a:cs typeface="+mn-cs"/>
        </a:defRPr>
      </a:lvl5pPr>
      <a:lvl6pPr marL="1097280" indent="-182880" algn="l" defTabSz="3657600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6pPr>
      <a:lvl7pPr marL="1280160" indent="-182880" algn="l" defTabSz="3657600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7pPr>
      <a:lvl8pPr marL="1463040" indent="-182880" algn="l" defTabSz="914400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8pPr>
      <a:lvl9pPr marL="1645920" indent="-182880" algn="l" defTabSz="365760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Title Placeholder 1"/>
          <p:cNvSpPr>
            <a:spLocks noGrp="1"/>
          </p:cNvSpPr>
          <p:nvPr>
            <p:ph type="title"/>
          </p:nvPr>
        </p:nvSpPr>
        <p:spPr bwMode="auto">
          <a:xfrm>
            <a:off x="158751" y="285750"/>
            <a:ext cx="3354916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3277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2736850"/>
            <a:ext cx="10972800" cy="138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altLang="en-US"/>
              <a:t>Click to edit Master text styles	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91386" r:id="rId1"/>
  </p:sldLayoutIdLst>
  <p:transition>
    <p:fade/>
  </p:transition>
  <p:hf hdr="0" ftr="0" dt="0"/>
  <p:txStyles>
    <p:titleStyle>
      <a:lvl1pPr algn="r" defTabSz="182563" rtl="0" eaLnBrk="0" fontAlgn="base" hangingPunct="0">
        <a:spcBef>
          <a:spcPct val="0"/>
        </a:spcBef>
        <a:spcAft>
          <a:spcPct val="0"/>
        </a:spcAft>
        <a:defRPr sz="1600" kern="1200">
          <a:solidFill>
            <a:srgbClr val="003B76"/>
          </a:solidFill>
          <a:latin typeface="+mj-lt"/>
          <a:ea typeface="+mj-ea"/>
          <a:cs typeface="+mj-cs"/>
        </a:defRPr>
      </a:lvl1pPr>
      <a:lvl2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2pPr>
      <a:lvl3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3pPr>
      <a:lvl4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4pPr>
      <a:lvl5pPr algn="r" defTabSz="182563" rtl="0" eaLnBrk="0" fontAlgn="base" hangingPunct="0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5pPr>
      <a:lvl6pPr marL="457200" algn="r" defTabSz="182563" rtl="0" eaLnBrk="1" fontAlgn="base" hangingPunct="1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6pPr>
      <a:lvl7pPr marL="914400" algn="r" defTabSz="182563" rtl="0" eaLnBrk="1" fontAlgn="base" hangingPunct="1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7pPr>
      <a:lvl8pPr marL="1371600" algn="r" defTabSz="182563" rtl="0" eaLnBrk="1" fontAlgn="base" hangingPunct="1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8pPr>
      <a:lvl9pPr marL="1828800" algn="r" defTabSz="182563" rtl="0" eaLnBrk="1" fontAlgn="base" hangingPunct="1">
        <a:spcBef>
          <a:spcPct val="0"/>
        </a:spcBef>
        <a:spcAft>
          <a:spcPct val="0"/>
        </a:spcAft>
        <a:defRPr sz="1600">
          <a:solidFill>
            <a:srgbClr val="003B76"/>
          </a:solidFill>
          <a:latin typeface="Arial Black" pitchFamily="34" charset="0"/>
        </a:defRPr>
      </a:lvl9pPr>
    </p:titleStyle>
    <p:bodyStyle>
      <a:lvl1pPr marL="182563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kern="1200">
          <a:solidFill>
            <a:srgbClr val="2C3134"/>
          </a:solidFill>
          <a:latin typeface="+mn-lt"/>
          <a:ea typeface="+mn-ea"/>
          <a:cs typeface="+mn-cs"/>
        </a:defRPr>
      </a:lvl1pPr>
      <a:lvl2pPr marL="365125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600" kern="1200">
          <a:solidFill>
            <a:srgbClr val="2C3134"/>
          </a:solidFill>
          <a:latin typeface="+mn-lt"/>
          <a:ea typeface="+mn-ea"/>
          <a:cs typeface="+mn-cs"/>
        </a:defRPr>
      </a:lvl2pPr>
      <a:lvl3pPr marL="547688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400" kern="1200">
          <a:solidFill>
            <a:srgbClr val="2C3134"/>
          </a:solidFill>
          <a:latin typeface="+mn-lt"/>
          <a:ea typeface="+mn-ea"/>
          <a:cs typeface="+mn-cs"/>
        </a:defRPr>
      </a:lvl3pPr>
      <a:lvl4pPr marL="730250" indent="-182563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200" kern="1200">
          <a:solidFill>
            <a:srgbClr val="2C3134"/>
          </a:solidFill>
          <a:latin typeface="+mn-lt"/>
          <a:ea typeface="+mn-ea"/>
          <a:cs typeface="+mn-cs"/>
        </a:defRPr>
      </a:lvl4pPr>
      <a:lvl5pPr marL="901700" indent="-171450" algn="l" defTabSz="365125" rtl="0" eaLnBrk="0" fontAlgn="base" hangingPunct="0">
        <a:lnSpc>
          <a:spcPct val="120000"/>
        </a:lnSpc>
        <a:spcBef>
          <a:spcPct val="0"/>
        </a:spcBef>
        <a:spcAft>
          <a:spcPct val="0"/>
        </a:spcAft>
        <a:buClr>
          <a:schemeClr val="accent2"/>
        </a:buClr>
        <a:buSzPct val="80000"/>
        <a:buFont typeface="Arial" panose="020B0604020202020204" pitchFamily="34" charset="0"/>
        <a:buChar char="•"/>
        <a:defRPr sz="1000" kern="1200">
          <a:solidFill>
            <a:srgbClr val="2C3134"/>
          </a:solidFill>
          <a:latin typeface="+mn-lt"/>
          <a:ea typeface="+mn-ea"/>
          <a:cs typeface="+mn-cs"/>
        </a:defRPr>
      </a:lvl5pPr>
      <a:lvl6pPr marL="1097280" indent="-182880" algn="l" defTabSz="3657600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6pPr>
      <a:lvl7pPr marL="1280160" indent="-182880" algn="l" defTabSz="3657600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7pPr>
      <a:lvl8pPr marL="1463040" indent="-182880" algn="l" defTabSz="914400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8pPr>
      <a:lvl9pPr marL="1645920" indent="-182880" algn="l" defTabSz="365760" rtl="0" eaLnBrk="1" latinLnBrk="0" hangingPunct="1">
        <a:lnSpc>
          <a:spcPct val="120000"/>
        </a:lnSpc>
        <a:spcBef>
          <a:spcPts val="0"/>
        </a:spcBef>
        <a:buClr>
          <a:schemeClr val="accent1"/>
        </a:buClr>
        <a:buSzPct val="80000"/>
        <a:buFont typeface="Arial" pitchFamily="34" charset="0"/>
        <a:buChar char="•"/>
        <a:defRPr sz="10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hematron.com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github.com/lexjansen/schematron4define" TargetMode="External"/><Relationship Id="rId4" Type="http://schemas.openxmlformats.org/officeDocument/2006/relationships/hyperlink" Target="https://codeberg.org/SchXslt/schxsl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DDC4BB-338B-D2FF-5EB2-A40CE66E1172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09600" y="2533372"/>
            <a:ext cx="10977035" cy="1360822"/>
          </a:xfrm>
        </p:spPr>
        <p:txBody>
          <a:bodyPr/>
          <a:lstStyle/>
          <a:p>
            <a:pPr marL="0" indent="0" algn="ctr">
              <a:buNone/>
            </a:pPr>
            <a:r>
              <a:rPr lang="en-US" sz="3600"/>
              <a:t>Validation of Define-XML with </a:t>
            </a:r>
          </a:p>
          <a:p>
            <a:pPr marL="0" indent="0" algn="ctr">
              <a:buNone/>
            </a:pPr>
            <a:r>
              <a:rPr lang="en-US" sz="3600"/>
              <a:t>XML Schema and Schematron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D2CEF3-A7AE-7E1B-4CDC-4B8CEA39706C}"/>
              </a:ext>
            </a:extLst>
          </p:cNvPr>
          <p:cNvSpPr txBox="1"/>
          <p:nvPr/>
        </p:nvSpPr>
        <p:spPr>
          <a:xfrm>
            <a:off x="7831247" y="4988459"/>
            <a:ext cx="22543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/>
              <a:t>Lex Jansen</a:t>
            </a:r>
          </a:p>
          <a:p>
            <a:r>
              <a:rPr lang="en-US"/>
              <a:t>2025-11-03</a:t>
            </a:r>
          </a:p>
        </p:txBody>
      </p:sp>
    </p:spTree>
    <p:extLst>
      <p:ext uri="{BB962C8B-B14F-4D97-AF65-F5344CB8AC3E}">
        <p14:creationId xmlns:p14="http://schemas.microsoft.com/office/powerpoint/2010/main" val="1715995726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610" name="Content Placeholder 3"/>
          <p:cNvSpPr txBox="1">
            <a:spLocks/>
          </p:cNvSpPr>
          <p:nvPr/>
        </p:nvSpPr>
        <p:spPr bwMode="auto">
          <a:xfrm>
            <a:off x="361381" y="922301"/>
            <a:ext cx="10196438" cy="52659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noAutofit/>
          </a:bodyPr>
          <a:lstStyle>
            <a:lvl1pPr marL="273050" indent="-27305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>
                <a:solidFill>
                  <a:srgbClr val="2C3134"/>
                </a:solidFill>
                <a:latin typeface="Arial" panose="020B0604020202020204" pitchFamily="34" charset="0"/>
              </a:defRPr>
            </a:lvl1pPr>
            <a:lvl2pPr marL="615950" indent="-27305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600">
                <a:solidFill>
                  <a:srgbClr val="2C3134"/>
                </a:solidFill>
                <a:latin typeface="Arial" panose="020B0604020202020204" pitchFamily="34" charset="0"/>
              </a:defRPr>
            </a:lvl2pPr>
            <a:lvl3pPr marL="730250" indent="-136525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400">
                <a:solidFill>
                  <a:srgbClr val="2C3134"/>
                </a:solidFill>
                <a:latin typeface="Arial" panose="020B0604020202020204" pitchFamily="34" charset="0"/>
              </a:defRPr>
            </a:lvl3pPr>
            <a:lvl4pPr marL="822325" indent="-27305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200">
                <a:solidFill>
                  <a:srgbClr val="2C3134"/>
                </a:solidFill>
                <a:latin typeface="Arial" panose="020B0604020202020204" pitchFamily="34" charset="0"/>
              </a:defRPr>
            </a:lvl4pPr>
            <a:lvl5pPr marL="901700" indent="-17145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5pPr>
            <a:lvl6pPr marL="13589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6pPr>
            <a:lvl7pPr marL="18161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7pPr>
            <a:lvl8pPr marL="22733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8pPr>
            <a:lvl9pPr marL="27305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9pPr>
          </a:lstStyle>
          <a:p>
            <a:pPr marL="0" indent="0" eaLnBrk="1" hangingPunct="1">
              <a:buNone/>
            </a:pPr>
            <a:r>
              <a:rPr lang="en-US" altLang="en-US" sz="2400" dirty="0"/>
              <a:t>Validation of Define-XML has 3 phases:</a:t>
            </a:r>
          </a:p>
          <a:p>
            <a:pPr marL="800100" lvl="1" indent="-457200" eaLnBrk="1" hangingPunct="1">
              <a:buFont typeface="+mj-lt"/>
              <a:buAutoNum type="arabicPeriod"/>
            </a:pPr>
            <a:r>
              <a:rPr lang="en-US" altLang="en-US" sz="2000" b="1" dirty="0"/>
              <a:t>Does the document follow the XML ground rules (</a:t>
            </a:r>
            <a:r>
              <a:rPr lang="en-US" altLang="en-US" sz="2000" b="1" i="1" dirty="0">
                <a:solidFill>
                  <a:schemeClr val="accent1">
                    <a:lumMod val="75000"/>
                  </a:schemeClr>
                </a:solidFill>
              </a:rPr>
              <a:t>well-formed</a:t>
            </a:r>
            <a:r>
              <a:rPr lang="en-US" altLang="en-US" sz="2000" b="1" dirty="0"/>
              <a:t>)?</a:t>
            </a:r>
          </a:p>
          <a:p>
            <a:pPr lvl="2" eaLnBrk="1" hangingPunct="1"/>
            <a:r>
              <a:rPr lang="en-US" altLang="en-US" sz="1800" dirty="0"/>
              <a:t>A single element contains all other elements</a:t>
            </a:r>
          </a:p>
          <a:p>
            <a:pPr lvl="2" eaLnBrk="1" hangingPunct="1"/>
            <a:r>
              <a:rPr lang="en-US" altLang="en-US" sz="1800" dirty="0"/>
              <a:t>Properly nested tags</a:t>
            </a:r>
          </a:p>
          <a:p>
            <a:pPr lvl="2" eaLnBrk="1" hangingPunct="1"/>
            <a:r>
              <a:rPr lang="en-US" altLang="en-US" sz="1800" dirty="0"/>
              <a:t>Properly quotes attributes</a:t>
            </a:r>
          </a:p>
          <a:p>
            <a:pPr lvl="2" eaLnBrk="1" hangingPunct="1"/>
            <a:r>
              <a:rPr lang="en-US" altLang="en-US" sz="1800" dirty="0"/>
              <a:t>No illegal characters (correct encoding)</a:t>
            </a:r>
          </a:p>
          <a:p>
            <a:pPr lvl="2" eaLnBrk="1" hangingPunct="1"/>
            <a:r>
              <a:rPr lang="en-US" altLang="en-US" sz="1800" dirty="0"/>
              <a:t>This is an absolute pre-condition for the next 2 phases.</a:t>
            </a:r>
          </a:p>
          <a:p>
            <a:pPr marL="800100" lvl="1" indent="-457200" eaLnBrk="1" hangingPunct="1">
              <a:buFont typeface="+mj-lt"/>
              <a:buAutoNum type="arabicPeriod"/>
            </a:pPr>
            <a:r>
              <a:rPr lang="en-US" altLang="en-US" sz="2000" b="1" dirty="0"/>
              <a:t>Does the document follow the specific Define-XML grammar?</a:t>
            </a:r>
          </a:p>
          <a:p>
            <a:pPr lvl="2" eaLnBrk="1" hangingPunct="1"/>
            <a:r>
              <a:rPr lang="en-US" altLang="en-US" sz="1800" dirty="0"/>
              <a:t>Names of elements and attributes that must/may be included</a:t>
            </a:r>
          </a:p>
          <a:p>
            <a:pPr lvl="2" eaLnBrk="1" hangingPunct="1"/>
            <a:r>
              <a:rPr lang="en-US" altLang="en-US" sz="1800" dirty="0"/>
              <a:t>Order of elements</a:t>
            </a:r>
          </a:p>
          <a:p>
            <a:pPr lvl="2" eaLnBrk="1" hangingPunct="1"/>
            <a:r>
              <a:rPr lang="en-US" altLang="en-US" sz="1800" dirty="0"/>
              <a:t>Cardinality of elements</a:t>
            </a:r>
          </a:p>
          <a:p>
            <a:pPr lvl="2" eaLnBrk="1" hangingPunct="1"/>
            <a:r>
              <a:rPr lang="en-US" altLang="en-US" sz="1800" dirty="0"/>
              <a:t>Datatypes of attributes</a:t>
            </a:r>
          </a:p>
          <a:p>
            <a:pPr lvl="2" eaLnBrk="1" hangingPunct="1"/>
            <a:r>
              <a:rPr lang="en-US" altLang="en-US" sz="1800" dirty="0"/>
              <a:t>Enumerations (valid values)</a:t>
            </a:r>
          </a:p>
          <a:p>
            <a:pPr lvl="2" eaLnBrk="1" hangingPunct="1"/>
            <a:r>
              <a:rPr lang="en-US" altLang="en-US" sz="1800" dirty="0"/>
              <a:t>Uniqueness constraints </a:t>
            </a:r>
          </a:p>
          <a:p>
            <a:pPr marL="800100" lvl="1" indent="-457200" eaLnBrk="1" hangingPunct="1">
              <a:buFont typeface="+mj-lt"/>
              <a:buAutoNum type="arabicPeriod"/>
            </a:pPr>
            <a:r>
              <a:rPr lang="en-US" altLang="en-US" sz="2000" b="1" dirty="0"/>
              <a:t>Does the data make sense (</a:t>
            </a:r>
            <a:r>
              <a:rPr lang="en-US" altLang="en-US" sz="2000" b="1" i="1" dirty="0">
                <a:solidFill>
                  <a:schemeClr val="accent1">
                    <a:lumMod val="75000"/>
                  </a:schemeClr>
                </a:solidFill>
              </a:rPr>
              <a:t>business rules</a:t>
            </a:r>
            <a:r>
              <a:rPr lang="en-US" altLang="en-US" sz="2000" b="1" dirty="0"/>
              <a:t>)</a:t>
            </a:r>
            <a:br>
              <a:rPr lang="en-US" altLang="en-US" sz="2000" dirty="0"/>
            </a:br>
            <a:r>
              <a:rPr lang="en-US" altLang="en-US" sz="2000" dirty="0"/>
              <a:t> 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>
          <a:xfrm flipH="1">
            <a:off x="4159251" y="366713"/>
            <a:ext cx="6054725" cy="40005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Validation of Define-XML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BF1E040D-A482-B923-0362-F3713572A3FA}"/>
              </a:ext>
            </a:extLst>
          </p:cNvPr>
          <p:cNvSpPr/>
          <p:nvPr/>
        </p:nvSpPr>
        <p:spPr>
          <a:xfrm>
            <a:off x="8924982" y="3429000"/>
            <a:ext cx="191641" cy="2134056"/>
          </a:xfrm>
          <a:prstGeom prst="rightBrace">
            <a:avLst/>
          </a:prstGeom>
          <a:ln w="508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966C8DB0-5758-94FC-C2C7-1C848E945508}"/>
              </a:ext>
            </a:extLst>
          </p:cNvPr>
          <p:cNvSpPr/>
          <p:nvPr/>
        </p:nvSpPr>
        <p:spPr>
          <a:xfrm>
            <a:off x="8932699" y="5636525"/>
            <a:ext cx="183924" cy="645313"/>
          </a:xfrm>
          <a:prstGeom prst="rightBrace">
            <a:avLst>
              <a:gd name="adj1" fmla="val 0"/>
              <a:gd name="adj2" fmla="val 50000"/>
            </a:avLst>
          </a:prstGeom>
          <a:ln w="508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932A545-24CB-4A25-4BCC-8D5EB2D84BD6}"/>
              </a:ext>
            </a:extLst>
          </p:cNvPr>
          <p:cNvSpPr txBox="1"/>
          <p:nvPr/>
        </p:nvSpPr>
        <p:spPr>
          <a:xfrm>
            <a:off x="9148685" y="3360698"/>
            <a:ext cx="2422479" cy="1938992"/>
          </a:xfrm>
          <a:prstGeom prst="rect">
            <a:avLst/>
          </a:prstGeom>
          <a:noFill/>
          <a:ln w="19050">
            <a:solidFill>
              <a:srgbClr val="2A99F7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Define-XML Specification, </a:t>
            </a:r>
            <a:br>
              <a:rPr lang="en-US" sz="2400" dirty="0"/>
            </a:br>
            <a:r>
              <a:rPr lang="en-US" sz="2400" dirty="0"/>
              <a:t>mostly implemented by XML Schema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641DCA-555B-E0B4-345C-EF90C07F506C}"/>
              </a:ext>
            </a:extLst>
          </p:cNvPr>
          <p:cNvSpPr txBox="1"/>
          <p:nvPr/>
        </p:nvSpPr>
        <p:spPr>
          <a:xfrm>
            <a:off x="9148686" y="5543682"/>
            <a:ext cx="2422478" cy="830997"/>
          </a:xfrm>
          <a:prstGeom prst="rect">
            <a:avLst/>
          </a:prstGeom>
          <a:noFill/>
          <a:ln w="19050">
            <a:solidFill>
              <a:srgbClr val="2A99F7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Define-XML Specification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6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6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6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6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6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6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6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61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61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61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61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610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610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610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610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570" name="Content Placeholder 3"/>
          <p:cNvSpPr txBox="1">
            <a:spLocks/>
          </p:cNvSpPr>
          <p:nvPr/>
        </p:nvSpPr>
        <p:spPr bwMode="auto">
          <a:xfrm>
            <a:off x="1817689" y="944563"/>
            <a:ext cx="8696325" cy="493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73050" indent="-27305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>
                <a:solidFill>
                  <a:srgbClr val="2C3134"/>
                </a:solidFill>
                <a:latin typeface="Arial" panose="020B0604020202020204" pitchFamily="34" charset="0"/>
              </a:defRPr>
            </a:lvl1pPr>
            <a:lvl2pPr marL="615950" indent="-34290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600">
                <a:solidFill>
                  <a:srgbClr val="2C3134"/>
                </a:solidFill>
                <a:latin typeface="Arial" panose="020B0604020202020204" pitchFamily="34" charset="0"/>
              </a:defRPr>
            </a:lvl2pPr>
            <a:lvl3pPr marL="730250" indent="-136525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400">
                <a:solidFill>
                  <a:srgbClr val="2C3134"/>
                </a:solidFill>
                <a:latin typeface="Arial" panose="020B0604020202020204" pitchFamily="34" charset="0"/>
              </a:defRPr>
            </a:lvl3pPr>
            <a:lvl4pPr marL="547688" indent="-182563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200">
                <a:solidFill>
                  <a:srgbClr val="2C3134"/>
                </a:solidFill>
                <a:latin typeface="Arial" panose="020B0604020202020204" pitchFamily="34" charset="0"/>
              </a:defRPr>
            </a:lvl4pPr>
            <a:lvl5pPr marL="901700" indent="-17145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5pPr>
            <a:lvl6pPr marL="13589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6pPr>
            <a:lvl7pPr marL="18161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7pPr>
            <a:lvl8pPr marL="22733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8pPr>
            <a:lvl9pPr marL="27305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buClr>
                <a:srgbClr val="00539B"/>
              </a:buClr>
            </a:pPr>
            <a:endParaRPr lang="en-US" altLang="en-US" sz="2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>
          <a:xfrm flipH="1">
            <a:off x="1817688" y="212795"/>
            <a:ext cx="8396287" cy="707886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Validating XML - Define-XML Conformance Rules 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74CC9C-F863-5E81-90F1-C2F669E8D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79" y="1270546"/>
            <a:ext cx="11867717" cy="4857299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570" name="Content Placeholder 3"/>
          <p:cNvSpPr txBox="1">
            <a:spLocks/>
          </p:cNvSpPr>
          <p:nvPr/>
        </p:nvSpPr>
        <p:spPr bwMode="auto">
          <a:xfrm>
            <a:off x="1817689" y="944563"/>
            <a:ext cx="8696325" cy="493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73050" indent="-27305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>
                <a:solidFill>
                  <a:srgbClr val="2C3134"/>
                </a:solidFill>
                <a:latin typeface="Arial" panose="020B0604020202020204" pitchFamily="34" charset="0"/>
              </a:defRPr>
            </a:lvl1pPr>
            <a:lvl2pPr marL="615950" indent="-34290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600">
                <a:solidFill>
                  <a:srgbClr val="2C3134"/>
                </a:solidFill>
                <a:latin typeface="Arial" panose="020B0604020202020204" pitchFamily="34" charset="0"/>
              </a:defRPr>
            </a:lvl2pPr>
            <a:lvl3pPr marL="730250" indent="-136525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400">
                <a:solidFill>
                  <a:srgbClr val="2C3134"/>
                </a:solidFill>
                <a:latin typeface="Arial" panose="020B0604020202020204" pitchFamily="34" charset="0"/>
              </a:defRPr>
            </a:lvl3pPr>
            <a:lvl4pPr marL="547688" indent="-182563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200">
                <a:solidFill>
                  <a:srgbClr val="2C3134"/>
                </a:solidFill>
                <a:latin typeface="Arial" panose="020B0604020202020204" pitchFamily="34" charset="0"/>
              </a:defRPr>
            </a:lvl4pPr>
            <a:lvl5pPr marL="901700" indent="-17145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5pPr>
            <a:lvl6pPr marL="13589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6pPr>
            <a:lvl7pPr marL="18161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7pPr>
            <a:lvl8pPr marL="22733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8pPr>
            <a:lvl9pPr marL="27305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buClr>
                <a:srgbClr val="00539B"/>
              </a:buClr>
            </a:pPr>
            <a:endParaRPr lang="en-US" altLang="en-US" sz="2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>
          <a:xfrm flipH="1">
            <a:off x="1817688" y="212795"/>
            <a:ext cx="8396287" cy="707886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Validating XML - Define-XML Conformance Rules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AD632F-4424-E5CE-E416-0A32130B4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170" y="1606480"/>
            <a:ext cx="11793322" cy="4023222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6EE73B7-3AF2-7872-F5AB-D1A66B559946}"/>
              </a:ext>
            </a:extLst>
          </p:cNvPr>
          <p:cNvSpPr/>
          <p:nvPr/>
        </p:nvSpPr>
        <p:spPr>
          <a:xfrm>
            <a:off x="2756848" y="3807725"/>
            <a:ext cx="9155644" cy="9144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2336340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570" name="Content Placeholder 3"/>
          <p:cNvSpPr txBox="1">
            <a:spLocks/>
          </p:cNvSpPr>
          <p:nvPr/>
        </p:nvSpPr>
        <p:spPr bwMode="auto">
          <a:xfrm>
            <a:off x="1817689" y="944563"/>
            <a:ext cx="8696325" cy="493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73050" indent="-27305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>
                <a:solidFill>
                  <a:srgbClr val="2C3134"/>
                </a:solidFill>
                <a:latin typeface="Arial" panose="020B0604020202020204" pitchFamily="34" charset="0"/>
              </a:defRPr>
            </a:lvl1pPr>
            <a:lvl2pPr marL="615950" indent="-34290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600">
                <a:solidFill>
                  <a:srgbClr val="2C3134"/>
                </a:solidFill>
                <a:latin typeface="Arial" panose="020B0604020202020204" pitchFamily="34" charset="0"/>
              </a:defRPr>
            </a:lvl2pPr>
            <a:lvl3pPr marL="730250" indent="-136525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400">
                <a:solidFill>
                  <a:srgbClr val="2C3134"/>
                </a:solidFill>
                <a:latin typeface="Arial" panose="020B0604020202020204" pitchFamily="34" charset="0"/>
              </a:defRPr>
            </a:lvl3pPr>
            <a:lvl4pPr marL="547688" indent="-182563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200">
                <a:solidFill>
                  <a:srgbClr val="2C3134"/>
                </a:solidFill>
                <a:latin typeface="Arial" panose="020B0604020202020204" pitchFamily="34" charset="0"/>
              </a:defRPr>
            </a:lvl4pPr>
            <a:lvl5pPr marL="901700" indent="-17145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5pPr>
            <a:lvl6pPr marL="13589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6pPr>
            <a:lvl7pPr marL="18161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7pPr>
            <a:lvl8pPr marL="22733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8pPr>
            <a:lvl9pPr marL="27305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buClr>
                <a:srgbClr val="00539B"/>
              </a:buClr>
            </a:pPr>
            <a:endParaRPr lang="en-US" altLang="en-US" sz="2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>
          <a:xfrm flipH="1">
            <a:off x="1817688" y="366683"/>
            <a:ext cx="8396287" cy="40011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Validating XML - Define-XML Business Rules 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76078AA-EC03-93A8-8B2C-6AE3ED04EA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517" y="1438275"/>
            <a:ext cx="4797924" cy="9500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9F824D5-B4B3-4454-AB03-220772CAF9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517" y="2694578"/>
            <a:ext cx="11077516" cy="73442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26FDE26-4ABB-3596-68A4-C42367F078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8452" y="1146025"/>
            <a:ext cx="5819291" cy="131739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525ECBC-A44D-5B03-57CE-B4FEC9AD46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97287" y="3955181"/>
            <a:ext cx="9350871" cy="1958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006108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570" name="Content Placeholder 3"/>
          <p:cNvSpPr txBox="1">
            <a:spLocks/>
          </p:cNvSpPr>
          <p:nvPr/>
        </p:nvSpPr>
        <p:spPr bwMode="auto">
          <a:xfrm>
            <a:off x="1817689" y="944563"/>
            <a:ext cx="8696325" cy="493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73050" indent="-27305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>
                <a:solidFill>
                  <a:srgbClr val="2C3134"/>
                </a:solidFill>
                <a:latin typeface="Arial" panose="020B0604020202020204" pitchFamily="34" charset="0"/>
              </a:defRPr>
            </a:lvl1pPr>
            <a:lvl2pPr marL="615950" indent="-34290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600">
                <a:solidFill>
                  <a:srgbClr val="2C3134"/>
                </a:solidFill>
                <a:latin typeface="Arial" panose="020B0604020202020204" pitchFamily="34" charset="0"/>
              </a:defRPr>
            </a:lvl2pPr>
            <a:lvl3pPr marL="730250" indent="-136525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400">
                <a:solidFill>
                  <a:srgbClr val="2C3134"/>
                </a:solidFill>
                <a:latin typeface="Arial" panose="020B0604020202020204" pitchFamily="34" charset="0"/>
              </a:defRPr>
            </a:lvl3pPr>
            <a:lvl4pPr marL="547688" indent="-182563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200">
                <a:solidFill>
                  <a:srgbClr val="2C3134"/>
                </a:solidFill>
                <a:latin typeface="Arial" panose="020B0604020202020204" pitchFamily="34" charset="0"/>
              </a:defRPr>
            </a:lvl4pPr>
            <a:lvl5pPr marL="901700" indent="-17145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5pPr>
            <a:lvl6pPr marL="13589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6pPr>
            <a:lvl7pPr marL="18161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7pPr>
            <a:lvl8pPr marL="22733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8pPr>
            <a:lvl9pPr marL="27305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buClr>
                <a:srgbClr val="00539B"/>
              </a:buClr>
            </a:pPr>
            <a:endParaRPr lang="en-US" altLang="en-US" sz="2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>
          <a:xfrm flipH="1">
            <a:off x="4159251" y="366713"/>
            <a:ext cx="6054725" cy="40005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Validating XML</a:t>
            </a:r>
          </a:p>
        </p:txBody>
      </p:sp>
      <p:sp>
        <p:nvSpPr>
          <p:cNvPr id="493573" name="Content Placeholder 3"/>
          <p:cNvSpPr txBox="1">
            <a:spLocks/>
          </p:cNvSpPr>
          <p:nvPr/>
        </p:nvSpPr>
        <p:spPr bwMode="auto">
          <a:xfrm>
            <a:off x="1817689" y="1192213"/>
            <a:ext cx="8696325" cy="2529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73050" indent="-27305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>
                <a:solidFill>
                  <a:srgbClr val="2C3134"/>
                </a:solidFill>
                <a:latin typeface="Arial" panose="020B0604020202020204" pitchFamily="34" charset="0"/>
              </a:defRPr>
            </a:lvl1pPr>
            <a:lvl2pPr marL="615950" indent="-34290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600">
                <a:solidFill>
                  <a:srgbClr val="2C3134"/>
                </a:solidFill>
                <a:latin typeface="Arial" panose="020B0604020202020204" pitchFamily="34" charset="0"/>
              </a:defRPr>
            </a:lvl2pPr>
            <a:lvl3pPr marL="730250" indent="-136525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400">
                <a:solidFill>
                  <a:srgbClr val="2C3134"/>
                </a:solidFill>
                <a:latin typeface="Arial" panose="020B0604020202020204" pitchFamily="34" charset="0"/>
              </a:defRPr>
            </a:lvl3pPr>
            <a:lvl4pPr marL="822325" indent="-27305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200">
                <a:solidFill>
                  <a:srgbClr val="2C3134"/>
                </a:solidFill>
                <a:latin typeface="Arial" panose="020B0604020202020204" pitchFamily="34" charset="0"/>
              </a:defRPr>
            </a:lvl4pPr>
            <a:lvl5pPr marL="901700" indent="-17145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5pPr>
            <a:lvl6pPr marL="13589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6pPr>
            <a:lvl7pPr marL="18161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7pPr>
            <a:lvl8pPr marL="22733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8pPr>
            <a:lvl9pPr marL="27305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buClr>
                <a:srgbClr val="00539B"/>
              </a:buClr>
            </a:pPr>
            <a:r>
              <a:rPr lang="en-US" altLang="en-US" sz="2400" dirty="0"/>
              <a:t>XML schema languages:</a:t>
            </a:r>
          </a:p>
          <a:p>
            <a:pPr lvl="1" eaLnBrk="1" hangingPunct="1">
              <a:buClr>
                <a:srgbClr val="00539B"/>
              </a:buClr>
            </a:pPr>
            <a:r>
              <a:rPr lang="en-US" altLang="en-US" sz="2200" dirty="0"/>
              <a:t>Document Type Definitions (DTD)</a:t>
            </a:r>
          </a:p>
          <a:p>
            <a:pPr lvl="1" eaLnBrk="1" hangingPunct="1">
              <a:buClr>
                <a:srgbClr val="00539B"/>
              </a:buClr>
            </a:pPr>
            <a:r>
              <a:rPr lang="en-US" altLang="en-US" sz="2200" dirty="0">
                <a:solidFill>
                  <a:schemeClr val="accent1"/>
                </a:solidFill>
              </a:rPr>
              <a:t>XML Schema (W3C)</a:t>
            </a:r>
          </a:p>
          <a:p>
            <a:pPr lvl="1" eaLnBrk="1" hangingPunct="1">
              <a:buClr>
                <a:srgbClr val="00539B"/>
              </a:buClr>
            </a:pPr>
            <a:r>
              <a:rPr lang="en-US" altLang="en-US" sz="2200" dirty="0"/>
              <a:t>Schematron</a:t>
            </a:r>
          </a:p>
          <a:p>
            <a:pPr lvl="1" eaLnBrk="1" hangingPunct="1">
              <a:buClr>
                <a:srgbClr val="00539B"/>
              </a:buClr>
            </a:pPr>
            <a:r>
              <a:rPr lang="en-US" altLang="en-US" sz="2200" dirty="0"/>
              <a:t>XQuery</a:t>
            </a:r>
          </a:p>
          <a:p>
            <a:pPr lvl="1" eaLnBrk="1" hangingPunct="1">
              <a:buClr>
                <a:srgbClr val="00539B"/>
              </a:buClr>
            </a:pPr>
            <a:r>
              <a:rPr lang="en-US" altLang="en-US" sz="2200" dirty="0"/>
              <a:t>RELAX NG</a:t>
            </a:r>
          </a:p>
        </p:txBody>
      </p:sp>
    </p:spTree>
    <p:extLst>
      <p:ext uri="{BB962C8B-B14F-4D97-AF65-F5344CB8AC3E}">
        <p14:creationId xmlns:p14="http://schemas.microsoft.com/office/powerpoint/2010/main" val="3409016584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2"/>
          <p:cNvSpPr>
            <a:spLocks noGrp="1"/>
          </p:cNvSpPr>
          <p:nvPr>
            <p:ph type="body" sz="quarter" idx="12"/>
          </p:nvPr>
        </p:nvSpPr>
        <p:spPr>
          <a:xfrm flipH="1">
            <a:off x="4159251" y="366713"/>
            <a:ext cx="6054725" cy="40005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XML Schema for Define-XML v2.1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4781D5D-8C8B-2381-8065-E5BC09863F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9433" y="1355263"/>
            <a:ext cx="8413134" cy="4765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664147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650" name="Content Placeholder 3"/>
          <p:cNvSpPr txBox="1">
            <a:spLocks/>
          </p:cNvSpPr>
          <p:nvPr/>
        </p:nvSpPr>
        <p:spPr bwMode="auto">
          <a:xfrm>
            <a:off x="1817689" y="944563"/>
            <a:ext cx="8696325" cy="493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73050" indent="-27305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>
                <a:solidFill>
                  <a:srgbClr val="2C3134"/>
                </a:solidFill>
                <a:latin typeface="Arial" panose="020B0604020202020204" pitchFamily="34" charset="0"/>
              </a:defRPr>
            </a:lvl1pPr>
            <a:lvl2pPr marL="615950" indent="-34290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600">
                <a:solidFill>
                  <a:srgbClr val="2C3134"/>
                </a:solidFill>
                <a:latin typeface="Arial" panose="020B0604020202020204" pitchFamily="34" charset="0"/>
              </a:defRPr>
            </a:lvl2pPr>
            <a:lvl3pPr marL="730250" indent="-136525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400">
                <a:solidFill>
                  <a:srgbClr val="2C3134"/>
                </a:solidFill>
                <a:latin typeface="Arial" panose="020B0604020202020204" pitchFamily="34" charset="0"/>
              </a:defRPr>
            </a:lvl3pPr>
            <a:lvl4pPr marL="547688" indent="-182563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200">
                <a:solidFill>
                  <a:srgbClr val="2C3134"/>
                </a:solidFill>
                <a:latin typeface="Arial" panose="020B0604020202020204" pitchFamily="34" charset="0"/>
              </a:defRPr>
            </a:lvl4pPr>
            <a:lvl5pPr marL="901700" indent="-17145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5pPr>
            <a:lvl6pPr marL="13589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6pPr>
            <a:lvl7pPr marL="18161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7pPr>
            <a:lvl8pPr marL="22733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8pPr>
            <a:lvl9pPr marL="27305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 sz="2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>
          <a:xfrm flipH="1">
            <a:off x="4159251" y="366713"/>
            <a:ext cx="6054725" cy="40005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Validating XML – XML Schema </a:t>
            </a:r>
          </a:p>
        </p:txBody>
      </p:sp>
      <p:sp>
        <p:nvSpPr>
          <p:cNvPr id="6" name="Content Placeholder 3"/>
          <p:cNvSpPr txBox="1">
            <a:spLocks/>
          </p:cNvSpPr>
          <p:nvPr/>
        </p:nvSpPr>
        <p:spPr bwMode="auto">
          <a:xfrm>
            <a:off x="1677988" y="1192214"/>
            <a:ext cx="8836026" cy="27107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73050" indent="-27305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>
                <a:solidFill>
                  <a:srgbClr val="2C3134"/>
                </a:solidFill>
                <a:latin typeface="Arial" panose="020B0604020202020204" pitchFamily="34" charset="0"/>
              </a:defRPr>
            </a:lvl1pPr>
            <a:lvl2pPr marL="615950" indent="-34290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600">
                <a:solidFill>
                  <a:srgbClr val="2C3134"/>
                </a:solidFill>
                <a:latin typeface="Arial" panose="020B0604020202020204" pitchFamily="34" charset="0"/>
              </a:defRPr>
            </a:lvl2pPr>
            <a:lvl3pPr marL="730250" indent="-136525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400">
                <a:solidFill>
                  <a:srgbClr val="2C3134"/>
                </a:solidFill>
                <a:latin typeface="Arial" panose="020B0604020202020204" pitchFamily="34" charset="0"/>
              </a:defRPr>
            </a:lvl3pPr>
            <a:lvl4pPr marL="822325" indent="-27305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200">
                <a:solidFill>
                  <a:srgbClr val="2C3134"/>
                </a:solidFill>
                <a:latin typeface="Arial" panose="020B0604020202020204" pitchFamily="34" charset="0"/>
              </a:defRPr>
            </a:lvl4pPr>
            <a:lvl5pPr marL="901700" indent="-17145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5pPr>
            <a:lvl6pPr marL="13589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6pPr>
            <a:lvl7pPr marL="18161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7pPr>
            <a:lvl8pPr marL="22733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8pPr>
            <a:lvl9pPr marL="27305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9pPr>
          </a:lstStyle>
          <a:p>
            <a:pPr marL="273050" lvl="1" indent="0" eaLnBrk="1" hangingPunct="1">
              <a:buNone/>
              <a:defRPr/>
            </a:pPr>
            <a:r>
              <a:rPr lang="en-US" sz="2400" b="1" dirty="0"/>
              <a:t>Limitations</a:t>
            </a:r>
          </a:p>
          <a:p>
            <a:pPr lvl="1" eaLnBrk="1" hangingPunct="1">
              <a:defRPr/>
            </a:pPr>
            <a:r>
              <a:rPr lang="en-US" sz="2400" dirty="0"/>
              <a:t>XML Schema 1.0 provides no facilities to state that the value or presence of </a:t>
            </a:r>
            <a:r>
              <a:rPr lang="en-US" sz="2400" b="1" dirty="0"/>
              <a:t>one data item </a:t>
            </a:r>
            <a:r>
              <a:rPr lang="en-US" sz="2400" dirty="0"/>
              <a:t>is </a:t>
            </a:r>
            <a:r>
              <a:rPr lang="en-US" sz="2400" b="1" dirty="0"/>
              <a:t>dependent</a:t>
            </a:r>
            <a:r>
              <a:rPr lang="en-US" sz="2400" dirty="0"/>
              <a:t> on the values or presence of </a:t>
            </a:r>
            <a:r>
              <a:rPr lang="en-US" sz="2400" b="1" dirty="0"/>
              <a:t>other data items </a:t>
            </a:r>
            <a:r>
              <a:rPr lang="en-US" sz="2400" dirty="0"/>
              <a:t>(so-called </a:t>
            </a:r>
            <a:r>
              <a:rPr lang="en-US" sz="2400" i="1" dirty="0"/>
              <a:t>co-occurrence constraints</a:t>
            </a:r>
            <a:r>
              <a:rPr lang="en-US" sz="2400" dirty="0"/>
              <a:t>). </a:t>
            </a:r>
          </a:p>
          <a:p>
            <a:pPr lvl="1" eaLnBrk="1" hangingPunct="1">
              <a:defRPr/>
            </a:pPr>
            <a:r>
              <a:rPr lang="en-US" sz="2400" dirty="0"/>
              <a:t>Error messages are not very human friendly</a:t>
            </a:r>
          </a:p>
        </p:txBody>
      </p:sp>
    </p:spTree>
    <p:extLst>
      <p:ext uri="{BB962C8B-B14F-4D97-AF65-F5344CB8AC3E}">
        <p14:creationId xmlns:p14="http://schemas.microsoft.com/office/powerpoint/2010/main" val="1518997394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082" name="Content Placeholder 3"/>
          <p:cNvSpPr txBox="1">
            <a:spLocks/>
          </p:cNvSpPr>
          <p:nvPr/>
        </p:nvSpPr>
        <p:spPr bwMode="auto">
          <a:xfrm>
            <a:off x="1817689" y="944563"/>
            <a:ext cx="8696325" cy="493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73050" indent="-27305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>
                <a:solidFill>
                  <a:srgbClr val="2C3134"/>
                </a:solidFill>
                <a:latin typeface="Arial" panose="020B0604020202020204" pitchFamily="34" charset="0"/>
              </a:defRPr>
            </a:lvl1pPr>
            <a:lvl2pPr marL="615950" indent="-34290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600">
                <a:solidFill>
                  <a:srgbClr val="2C3134"/>
                </a:solidFill>
                <a:latin typeface="Arial" panose="020B0604020202020204" pitchFamily="34" charset="0"/>
              </a:defRPr>
            </a:lvl2pPr>
            <a:lvl3pPr marL="730250" indent="-136525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400">
                <a:solidFill>
                  <a:srgbClr val="2C3134"/>
                </a:solidFill>
                <a:latin typeface="Arial" panose="020B0604020202020204" pitchFamily="34" charset="0"/>
              </a:defRPr>
            </a:lvl3pPr>
            <a:lvl4pPr marL="547688" indent="-182563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200">
                <a:solidFill>
                  <a:srgbClr val="2C3134"/>
                </a:solidFill>
                <a:latin typeface="Arial" panose="020B0604020202020204" pitchFamily="34" charset="0"/>
              </a:defRPr>
            </a:lvl4pPr>
            <a:lvl5pPr marL="901700" indent="-17145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5pPr>
            <a:lvl6pPr marL="13589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6pPr>
            <a:lvl7pPr marL="18161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7pPr>
            <a:lvl8pPr marL="22733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8pPr>
            <a:lvl9pPr marL="27305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buClr>
                <a:srgbClr val="00539B"/>
              </a:buClr>
            </a:pPr>
            <a:endParaRPr lang="en-US" altLang="en-US" sz="2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>
          <a:xfrm flipH="1">
            <a:off x="4159251" y="366713"/>
            <a:ext cx="6054725" cy="40005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Validating XML - Schematron</a:t>
            </a:r>
          </a:p>
        </p:txBody>
      </p:sp>
      <p:sp>
        <p:nvSpPr>
          <p:cNvPr id="6" name="Content Placeholder 3"/>
          <p:cNvSpPr txBox="1">
            <a:spLocks/>
          </p:cNvSpPr>
          <p:nvPr/>
        </p:nvSpPr>
        <p:spPr bwMode="auto">
          <a:xfrm>
            <a:off x="1643064" y="957263"/>
            <a:ext cx="8696325" cy="48931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73050" indent="-27305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>
                <a:solidFill>
                  <a:srgbClr val="2C3134"/>
                </a:solidFill>
                <a:latin typeface="Arial" panose="020B0604020202020204" pitchFamily="34" charset="0"/>
              </a:defRPr>
            </a:lvl1pPr>
            <a:lvl2pPr marL="615950" indent="-34290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600">
                <a:solidFill>
                  <a:srgbClr val="2C3134"/>
                </a:solidFill>
                <a:latin typeface="Arial" panose="020B0604020202020204" pitchFamily="34" charset="0"/>
              </a:defRPr>
            </a:lvl2pPr>
            <a:lvl3pPr marL="730250" indent="-136525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400">
                <a:solidFill>
                  <a:srgbClr val="2C3134"/>
                </a:solidFill>
                <a:latin typeface="Arial" panose="020B0604020202020204" pitchFamily="34" charset="0"/>
              </a:defRPr>
            </a:lvl3pPr>
            <a:lvl4pPr marL="822325" indent="-27305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200">
                <a:solidFill>
                  <a:srgbClr val="2C3134"/>
                </a:solidFill>
                <a:latin typeface="Arial" panose="020B0604020202020204" pitchFamily="34" charset="0"/>
              </a:defRPr>
            </a:lvl4pPr>
            <a:lvl5pPr marL="901700" indent="-17145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5pPr>
            <a:lvl6pPr marL="13589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6pPr>
            <a:lvl7pPr marL="18161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7pPr>
            <a:lvl8pPr marL="22733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8pPr>
            <a:lvl9pPr marL="27305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9pPr>
          </a:lstStyle>
          <a:p>
            <a:pPr marL="273050" lvl="1" indent="0" eaLnBrk="1" hangingPunct="1">
              <a:buClr>
                <a:srgbClr val="00539B"/>
              </a:buClr>
              <a:buNone/>
              <a:defRPr/>
            </a:pPr>
            <a:r>
              <a:rPr lang="en-US" altLang="en-US" sz="2800" b="1" dirty="0"/>
              <a:t>Schematron</a:t>
            </a:r>
          </a:p>
          <a:p>
            <a:pPr lvl="1" eaLnBrk="1" hangingPunct="1">
              <a:buClr>
                <a:srgbClr val="00539B"/>
              </a:buClr>
              <a:defRPr/>
            </a:pPr>
            <a:r>
              <a:rPr lang="en-US" altLang="en-US" sz="2200" dirty="0"/>
              <a:t>Can compare arbitrary nodes in an XML file</a:t>
            </a:r>
          </a:p>
          <a:p>
            <a:pPr lvl="1" eaLnBrk="1" hangingPunct="1">
              <a:buClr>
                <a:srgbClr val="00539B"/>
              </a:buClr>
              <a:defRPr/>
            </a:pPr>
            <a:r>
              <a:rPr lang="en-US" altLang="en-US" sz="2200" dirty="0"/>
              <a:t>Namespace awareness</a:t>
            </a:r>
          </a:p>
          <a:p>
            <a:pPr lvl="1" eaLnBrk="1" hangingPunct="1">
              <a:buClr>
                <a:srgbClr val="00539B"/>
              </a:buClr>
              <a:defRPr/>
            </a:pPr>
            <a:r>
              <a:rPr lang="en-US" altLang="en-US" sz="2200" dirty="0"/>
              <a:t>Customizable friendly error messages</a:t>
            </a:r>
          </a:p>
          <a:p>
            <a:pPr lvl="1" eaLnBrk="1" hangingPunct="1">
              <a:buClr>
                <a:srgbClr val="00539B"/>
              </a:buClr>
              <a:defRPr/>
            </a:pPr>
            <a:r>
              <a:rPr lang="en-US" altLang="en-US" sz="2200" dirty="0"/>
              <a:t>Verify co-occurrence constraints</a:t>
            </a:r>
          </a:p>
          <a:p>
            <a:pPr lvl="2" eaLnBrk="1" hangingPunct="1">
              <a:buClr>
                <a:srgbClr val="00539B"/>
              </a:buClr>
              <a:defRPr/>
            </a:pPr>
            <a:r>
              <a:rPr lang="en-US" altLang="en-US" sz="2000"/>
              <a:t>In a submission, if </a:t>
            </a:r>
            <a:r>
              <a:rPr lang="en-US" altLang="en-US" sz="2000" dirty="0"/>
              <a:t>the </a:t>
            </a:r>
            <a:r>
              <a:rPr lang="en-US" altLang="en-US" sz="2000" dirty="0">
                <a:solidFill>
                  <a:srgbClr val="007DC3"/>
                </a:solidFill>
              </a:rPr>
              <a:t>ItemDef/def:Origin/@Type </a:t>
            </a:r>
            <a:r>
              <a:rPr lang="en-US" altLang="en-US" sz="2000" dirty="0"/>
              <a:t>attribute is </a:t>
            </a:r>
            <a:r>
              <a:rPr lang="en-US" altLang="en-US" sz="2000" dirty="0">
                <a:solidFill>
                  <a:srgbClr val="007DC3"/>
                </a:solidFill>
              </a:rPr>
              <a:t>“Collected” </a:t>
            </a:r>
            <a:r>
              <a:rPr lang="en-US" altLang="en-US" sz="2000" dirty="0"/>
              <a:t>then there has to be a </a:t>
            </a:r>
            <a:r>
              <a:rPr lang="en-US" altLang="en-US" sz="2000" dirty="0">
                <a:solidFill>
                  <a:srgbClr val="007DC3"/>
                </a:solidFill>
              </a:rPr>
              <a:t>def:DocumentRef</a:t>
            </a:r>
            <a:r>
              <a:rPr lang="en-US" altLang="en-US" sz="2000" dirty="0"/>
              <a:t> child element</a:t>
            </a:r>
          </a:p>
          <a:p>
            <a:pPr lvl="2" eaLnBrk="1" hangingPunct="1">
              <a:buClr>
                <a:srgbClr val="00539B"/>
              </a:buClr>
              <a:defRPr/>
            </a:pPr>
            <a:r>
              <a:rPr lang="en-US" altLang="en-US" sz="2000" dirty="0"/>
              <a:t>If the </a:t>
            </a:r>
            <a:r>
              <a:rPr lang="en-US" altLang="en-US" sz="2000" dirty="0">
                <a:solidFill>
                  <a:srgbClr val="007DC3"/>
                </a:solidFill>
              </a:rPr>
              <a:t>Purpose</a:t>
            </a:r>
            <a:r>
              <a:rPr lang="en-US" altLang="en-US" sz="2000" dirty="0"/>
              <a:t> attribute is “Tabulations” then the </a:t>
            </a:r>
            <a:r>
              <a:rPr lang="en-US" altLang="en-US" sz="2000" dirty="0">
                <a:solidFill>
                  <a:srgbClr val="007DC3"/>
                </a:solidFill>
              </a:rPr>
              <a:t>def:Class/@Name</a:t>
            </a:r>
            <a:r>
              <a:rPr lang="en-US" altLang="en-US" sz="2000" dirty="0"/>
              <a:t> attribute has to be “FINDINGS”, “EVENTS”, “INTERVENTIONS”, ... </a:t>
            </a:r>
          </a:p>
          <a:p>
            <a:pPr lvl="1" eaLnBrk="1" hangingPunct="1">
              <a:buClr>
                <a:srgbClr val="00539B"/>
              </a:buClr>
              <a:defRPr/>
            </a:pPr>
            <a:r>
              <a:rPr lang="en-US" altLang="en-US" sz="2200" dirty="0"/>
              <a:t>Based on XSL transformations</a:t>
            </a:r>
          </a:p>
          <a:p>
            <a:pPr lvl="1" eaLnBrk="1" hangingPunct="1">
              <a:buClr>
                <a:srgbClr val="00539B"/>
              </a:buClr>
              <a:defRPr/>
            </a:pPr>
            <a:r>
              <a:rPr lang="en-US" altLang="en-US" sz="2200" dirty="0"/>
              <a:t>Everything not forbidden is allowed</a:t>
            </a:r>
          </a:p>
          <a:p>
            <a:pPr lvl="1" eaLnBrk="1" hangingPunct="1">
              <a:buClr>
                <a:srgbClr val="00539B"/>
              </a:buClr>
              <a:defRPr/>
            </a:pPr>
            <a:r>
              <a:rPr lang="en-US" altLang="en-US" sz="2200" dirty="0"/>
              <a:t>Schematron makes assertions about the document content</a:t>
            </a:r>
          </a:p>
        </p:txBody>
      </p:sp>
    </p:spTree>
    <p:extLst>
      <p:ext uri="{BB962C8B-B14F-4D97-AF65-F5344CB8AC3E}">
        <p14:creationId xmlns:p14="http://schemas.microsoft.com/office/powerpoint/2010/main" val="302015121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082" name="Content Placeholder 3"/>
          <p:cNvSpPr txBox="1">
            <a:spLocks/>
          </p:cNvSpPr>
          <p:nvPr/>
        </p:nvSpPr>
        <p:spPr bwMode="auto">
          <a:xfrm>
            <a:off x="1817689" y="944563"/>
            <a:ext cx="8696325" cy="493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73050" indent="-27305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>
                <a:solidFill>
                  <a:srgbClr val="2C3134"/>
                </a:solidFill>
                <a:latin typeface="Arial" panose="020B0604020202020204" pitchFamily="34" charset="0"/>
              </a:defRPr>
            </a:lvl1pPr>
            <a:lvl2pPr marL="615950" indent="-34290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600">
                <a:solidFill>
                  <a:srgbClr val="2C3134"/>
                </a:solidFill>
                <a:latin typeface="Arial" panose="020B0604020202020204" pitchFamily="34" charset="0"/>
              </a:defRPr>
            </a:lvl2pPr>
            <a:lvl3pPr marL="730250" indent="-136525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400">
                <a:solidFill>
                  <a:srgbClr val="2C3134"/>
                </a:solidFill>
                <a:latin typeface="Arial" panose="020B0604020202020204" pitchFamily="34" charset="0"/>
              </a:defRPr>
            </a:lvl3pPr>
            <a:lvl4pPr marL="547688" indent="-182563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200">
                <a:solidFill>
                  <a:srgbClr val="2C3134"/>
                </a:solidFill>
                <a:latin typeface="Arial" panose="020B0604020202020204" pitchFamily="34" charset="0"/>
              </a:defRPr>
            </a:lvl4pPr>
            <a:lvl5pPr marL="901700" indent="-171450" defTabSz="365125">
              <a:lnSpc>
                <a:spcPct val="120000"/>
              </a:lnSpc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5pPr>
            <a:lvl6pPr marL="13589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6pPr>
            <a:lvl7pPr marL="18161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7pPr>
            <a:lvl8pPr marL="22733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8pPr>
            <a:lvl9pPr marL="2730500" indent="-171450" defTabSz="365125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>
                <a:schemeClr val="accent2"/>
              </a:buClr>
              <a:buSzPct val="80000"/>
              <a:buFont typeface="Arial" panose="020B0604020202020204" pitchFamily="34" charset="0"/>
              <a:buChar char="•"/>
              <a:defRPr sz="1000">
                <a:solidFill>
                  <a:srgbClr val="2C3134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buClr>
                <a:srgbClr val="00539B"/>
              </a:buClr>
            </a:pPr>
            <a:endParaRPr lang="en-US" altLang="en-US" sz="24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>
          <a:xfrm flipH="1">
            <a:off x="4159251" y="366713"/>
            <a:ext cx="6054725" cy="40005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Validating XML - Schematron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AA4EEE1-29DE-7091-64CF-58E5881267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073" y="1084678"/>
            <a:ext cx="5470086" cy="2344322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2266270-D0E5-4E69-1D7F-0B78CD4EFA58}"/>
              </a:ext>
            </a:extLst>
          </p:cNvPr>
          <p:cNvCxnSpPr/>
          <p:nvPr/>
        </p:nvCxnSpPr>
        <p:spPr>
          <a:xfrm>
            <a:off x="208230" y="3014804"/>
            <a:ext cx="67901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68A84A4-2DDC-0BF3-FCD9-D7E86881597C}"/>
              </a:ext>
            </a:extLst>
          </p:cNvPr>
          <p:cNvCxnSpPr/>
          <p:nvPr/>
        </p:nvCxnSpPr>
        <p:spPr>
          <a:xfrm>
            <a:off x="1226537" y="4967620"/>
            <a:ext cx="67901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D8EBEFED-946A-3063-4922-7D8B02954E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4828" y="3569115"/>
            <a:ext cx="9906055" cy="1762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176256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>
          <a:xfrm flipH="1">
            <a:off x="4159251" y="366713"/>
            <a:ext cx="6054725" cy="40005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Validating XML –Schematron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84049A-59B9-DE81-C4A0-19847D841FD7}"/>
              </a:ext>
            </a:extLst>
          </p:cNvPr>
          <p:cNvSpPr txBox="1"/>
          <p:nvPr/>
        </p:nvSpPr>
        <p:spPr>
          <a:xfrm>
            <a:off x="411708" y="6158040"/>
            <a:ext cx="56842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"Assertions" and "Reports"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72D246-B96B-3C0C-E582-D9A15E3740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48" y="776216"/>
            <a:ext cx="11854554" cy="252053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6F756B5-2999-0950-4624-8E45A8B9A6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616" y="3561254"/>
            <a:ext cx="11415557" cy="1961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39250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2"/>
          <p:cNvSpPr>
            <a:spLocks noGrp="1"/>
          </p:cNvSpPr>
          <p:nvPr>
            <p:ph type="body" sz="quarter" idx="12"/>
          </p:nvPr>
        </p:nvSpPr>
        <p:spPr>
          <a:xfrm flipH="1">
            <a:off x="4159250" y="366683"/>
            <a:ext cx="6668694" cy="40011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XML Schema for </a:t>
            </a:r>
            <a:r>
              <a:rPr lang="en-US"/>
              <a:t>Define-XML v2.1 + Schematron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444FC5-DC5F-12C2-263D-BF5BAE5C40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0543" y="939759"/>
            <a:ext cx="8360986" cy="5034101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DC82279C-F97B-344C-E1A1-AFF0DF23AD1C}"/>
              </a:ext>
            </a:extLst>
          </p:cNvPr>
          <p:cNvSpPr/>
          <p:nvPr/>
        </p:nvSpPr>
        <p:spPr>
          <a:xfrm rot="10800000">
            <a:off x="5827593" y="2511186"/>
            <a:ext cx="2347415" cy="327547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3402272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2"/>
          <p:cNvSpPr>
            <a:spLocks noGrp="1"/>
          </p:cNvSpPr>
          <p:nvPr>
            <p:ph type="body" sz="quarter" idx="12"/>
          </p:nvPr>
        </p:nvSpPr>
        <p:spPr>
          <a:xfrm flipH="1">
            <a:off x="4159250" y="366683"/>
            <a:ext cx="6668694" cy="40011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XML Schema for </a:t>
            </a:r>
            <a:r>
              <a:rPr lang="en-US"/>
              <a:t>Define-XML v2.1 + Schematron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A99781-261E-48F7-53F3-5AA4BB852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885513"/>
            <a:ext cx="11277600" cy="5535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4352923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2"/>
          <p:cNvSpPr>
            <a:spLocks noGrp="1"/>
          </p:cNvSpPr>
          <p:nvPr>
            <p:ph type="body" sz="quarter" idx="12"/>
          </p:nvPr>
        </p:nvSpPr>
        <p:spPr>
          <a:xfrm flipH="1">
            <a:off x="1153236" y="212795"/>
            <a:ext cx="9674708" cy="707886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XML Schema for Define-XML v2.1 + </a:t>
            </a:r>
            <a:r>
              <a:rPr lang="en-US" dirty="0" err="1"/>
              <a:t>Schematron</a:t>
            </a:r>
            <a:r>
              <a:rPr lang="en-US" dirty="0"/>
              <a:t> - Technology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D575C0-3CE1-E225-58D4-B21B1389B1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61" y="1011233"/>
            <a:ext cx="9789616" cy="5767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0306470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dirty="0"/>
              <a:t>XML Schema for Define-XML v2.1 + </a:t>
            </a:r>
            <a:r>
              <a:rPr lang="en-US" dirty="0" err="1"/>
              <a:t>Schematron</a:t>
            </a:r>
            <a:r>
              <a:rPr lang="en-US" dirty="0"/>
              <a:t> </a:t>
            </a:r>
            <a:r>
              <a:rPr lang="en-US"/>
              <a:t>- References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FED945-1774-B2A9-E3E1-D00230FAE397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37172" y="1537491"/>
            <a:ext cx="10977035" cy="2496004"/>
          </a:xfrm>
        </p:spPr>
        <p:txBody>
          <a:bodyPr/>
          <a:lstStyle/>
          <a:p>
            <a:r>
              <a:rPr lang="en-US">
                <a:hlinkClick r:id="rId3"/>
              </a:rPr>
              <a:t>https://www.schematron.com/</a:t>
            </a:r>
            <a:br>
              <a:rPr lang="en-US"/>
            </a:br>
            <a:r>
              <a:rPr lang="en-US" sz="2000" b="0" i="0">
                <a:effectLst/>
              </a:rPr>
              <a:t>A website for all things Schematron</a:t>
            </a:r>
            <a:r>
              <a:rPr lang="en-US" b="0" i="0">
                <a:effectLst/>
              </a:rPr>
              <a:t> </a:t>
            </a:r>
            <a:endParaRPr lang="en-US"/>
          </a:p>
          <a:p>
            <a:r>
              <a:rPr lang="en-US">
                <a:hlinkClick r:id="rId4"/>
              </a:rPr>
              <a:t>https://codeberg.org/SchXslt/schxslt</a:t>
            </a:r>
            <a:br>
              <a:rPr lang="en-US"/>
            </a:br>
            <a:r>
              <a:rPr lang="en-US" sz="2000"/>
              <a:t>SchXslt [ʃˈɛksl̩t] – An XSLT-based Schematron processor</a:t>
            </a:r>
          </a:p>
          <a:p>
            <a:endParaRPr lang="en-US" sz="2000"/>
          </a:p>
          <a:p>
            <a:r>
              <a:rPr lang="en-US" sz="2000">
                <a:hlinkClick r:id="rId5"/>
              </a:rPr>
              <a:t>https://github.com/lexjansen/schematron4define</a:t>
            </a: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3697964039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External_Presentation_4x3_2012">
  <a:themeElements>
    <a:clrScheme name="SAS_2012_Theme_Colors">
      <a:dk1>
        <a:srgbClr val="000000"/>
      </a:dk1>
      <a:lt1>
        <a:sysClr val="window" lastClr="FFFFFF"/>
      </a:lt1>
      <a:dk2>
        <a:srgbClr val="596267"/>
      </a:dk2>
      <a:lt2>
        <a:srgbClr val="B0B7BB"/>
      </a:lt2>
      <a:accent1>
        <a:srgbClr val="007DC3"/>
      </a:accent1>
      <a:accent2>
        <a:srgbClr val="00539B"/>
      </a:accent2>
      <a:accent3>
        <a:srgbClr val="003B76"/>
      </a:accent3>
      <a:accent4>
        <a:srgbClr val="5BCAF1"/>
      </a:accent4>
      <a:accent5>
        <a:srgbClr val="42C826"/>
      </a:accent5>
      <a:accent6>
        <a:srgbClr val="FF7E27"/>
      </a:accent6>
      <a:hlink>
        <a:srgbClr val="007DC3"/>
      </a:hlink>
      <a:folHlink>
        <a:srgbClr val="B8F7FF"/>
      </a:folHlink>
    </a:clrScheme>
    <a:fontScheme name="Essential">
      <a:majorFont>
        <a:latin typeface="Arial Black"/>
        <a:ea typeface=""/>
        <a:cs typeface=""/>
        <a:font script="Jpan" typeface="ＭＳ Ｐゴシック"/>
        <a:font script="Hang" typeface="HY견고딕"/>
        <a:font script="Hans" typeface="微软雅黑"/>
        <a:font script="Hant" typeface="微軟正黑體"/>
        <a:font script="Arab" typeface="Tahoma"/>
        <a:font script="Hebr" typeface="Tahoma"/>
        <a:font script="Thai" typeface="Tahoma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larit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86000"/>
                <a:satMod val="140000"/>
              </a:schemeClr>
            </a:gs>
            <a:gs pos="45000">
              <a:schemeClr val="phClr">
                <a:tint val="48000"/>
                <a:satMod val="150000"/>
              </a:schemeClr>
            </a:gs>
            <a:gs pos="100000">
              <a:schemeClr val="phClr">
                <a:tint val="28000"/>
                <a:satMod val="16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70000"/>
                <a:satMod val="150000"/>
              </a:schemeClr>
            </a:gs>
            <a:gs pos="34000">
              <a:schemeClr val="phClr">
                <a:shade val="70000"/>
                <a:satMod val="140000"/>
              </a:schemeClr>
            </a:gs>
            <a:gs pos="70000">
              <a:schemeClr val="phClr">
                <a:tint val="100000"/>
                <a:shade val="90000"/>
                <a:satMod val="140000"/>
              </a:schemeClr>
            </a:gs>
            <a:gs pos="100000">
              <a:schemeClr val="phClr">
                <a:tint val="100000"/>
                <a:shade val="100000"/>
                <a:sat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6425" cap="flat" cmpd="sng" algn="ctr">
          <a:solidFill>
            <a:schemeClr val="phClr"/>
          </a:solidFill>
          <a:prstDash val="solid"/>
        </a:ln>
        <a:ln w="444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hade val="3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>
            <a:solidFill>
              <a:schemeClr val="accent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1_External_Presentation_4x3_2012">
  <a:themeElements>
    <a:clrScheme name="SAS_2012_Theme_Colors">
      <a:dk1>
        <a:srgbClr val="000000"/>
      </a:dk1>
      <a:lt1>
        <a:sysClr val="window" lastClr="FFFFFF"/>
      </a:lt1>
      <a:dk2>
        <a:srgbClr val="596267"/>
      </a:dk2>
      <a:lt2>
        <a:srgbClr val="B0B7BB"/>
      </a:lt2>
      <a:accent1>
        <a:srgbClr val="007DC3"/>
      </a:accent1>
      <a:accent2>
        <a:srgbClr val="00539B"/>
      </a:accent2>
      <a:accent3>
        <a:srgbClr val="003B76"/>
      </a:accent3>
      <a:accent4>
        <a:srgbClr val="5BCAF1"/>
      </a:accent4>
      <a:accent5>
        <a:srgbClr val="42C826"/>
      </a:accent5>
      <a:accent6>
        <a:srgbClr val="FF7E27"/>
      </a:accent6>
      <a:hlink>
        <a:srgbClr val="007DC3"/>
      </a:hlink>
      <a:folHlink>
        <a:srgbClr val="B8F7FF"/>
      </a:folHlink>
    </a:clrScheme>
    <a:fontScheme name="Essential">
      <a:majorFont>
        <a:latin typeface="Arial Black"/>
        <a:ea typeface=""/>
        <a:cs typeface=""/>
        <a:font script="Jpan" typeface="ＭＳ Ｐゴシック"/>
        <a:font script="Hang" typeface="HY견고딕"/>
        <a:font script="Hans" typeface="微软雅黑"/>
        <a:font script="Hant" typeface="微軟正黑體"/>
        <a:font script="Arab" typeface="Tahoma"/>
        <a:font script="Hebr" typeface="Tahoma"/>
        <a:font script="Thai" typeface="Tahoma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larit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86000"/>
                <a:satMod val="140000"/>
              </a:schemeClr>
            </a:gs>
            <a:gs pos="45000">
              <a:schemeClr val="phClr">
                <a:tint val="48000"/>
                <a:satMod val="150000"/>
              </a:schemeClr>
            </a:gs>
            <a:gs pos="100000">
              <a:schemeClr val="phClr">
                <a:tint val="28000"/>
                <a:satMod val="16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70000"/>
                <a:satMod val="150000"/>
              </a:schemeClr>
            </a:gs>
            <a:gs pos="34000">
              <a:schemeClr val="phClr">
                <a:shade val="70000"/>
                <a:satMod val="140000"/>
              </a:schemeClr>
            </a:gs>
            <a:gs pos="70000">
              <a:schemeClr val="phClr">
                <a:tint val="100000"/>
                <a:shade val="90000"/>
                <a:satMod val="140000"/>
              </a:schemeClr>
            </a:gs>
            <a:gs pos="100000">
              <a:schemeClr val="phClr">
                <a:tint val="100000"/>
                <a:shade val="100000"/>
                <a:sat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6425" cap="flat" cmpd="sng" algn="ctr">
          <a:solidFill>
            <a:schemeClr val="phClr"/>
          </a:solidFill>
          <a:prstDash val="solid"/>
        </a:ln>
        <a:ln w="444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hade val="3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>
            <a:solidFill>
              <a:schemeClr val="accent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3.xml><?xml version="1.0" encoding="utf-8"?>
<a:theme xmlns:a="http://schemas.openxmlformats.org/drawingml/2006/main" name="2_External_Presentation_4x3_2012">
  <a:themeElements>
    <a:clrScheme name="SAS_2012_Theme_Colors">
      <a:dk1>
        <a:srgbClr val="000000"/>
      </a:dk1>
      <a:lt1>
        <a:sysClr val="window" lastClr="FFFFFF"/>
      </a:lt1>
      <a:dk2>
        <a:srgbClr val="596267"/>
      </a:dk2>
      <a:lt2>
        <a:srgbClr val="B0B7BB"/>
      </a:lt2>
      <a:accent1>
        <a:srgbClr val="007DC3"/>
      </a:accent1>
      <a:accent2>
        <a:srgbClr val="00539B"/>
      </a:accent2>
      <a:accent3>
        <a:srgbClr val="003B76"/>
      </a:accent3>
      <a:accent4>
        <a:srgbClr val="5BCAF1"/>
      </a:accent4>
      <a:accent5>
        <a:srgbClr val="42C826"/>
      </a:accent5>
      <a:accent6>
        <a:srgbClr val="FF7E27"/>
      </a:accent6>
      <a:hlink>
        <a:srgbClr val="007DC3"/>
      </a:hlink>
      <a:folHlink>
        <a:srgbClr val="B8F7FF"/>
      </a:folHlink>
    </a:clrScheme>
    <a:fontScheme name="Essential">
      <a:majorFont>
        <a:latin typeface="Arial Black"/>
        <a:ea typeface=""/>
        <a:cs typeface=""/>
        <a:font script="Jpan" typeface="ＭＳ Ｐゴシック"/>
        <a:font script="Hang" typeface="HY견고딕"/>
        <a:font script="Hans" typeface="微软雅黑"/>
        <a:font script="Hant" typeface="微軟正黑體"/>
        <a:font script="Arab" typeface="Tahoma"/>
        <a:font script="Hebr" typeface="Tahoma"/>
        <a:font script="Thai" typeface="Tahoma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larit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86000"/>
                <a:satMod val="140000"/>
              </a:schemeClr>
            </a:gs>
            <a:gs pos="45000">
              <a:schemeClr val="phClr">
                <a:tint val="48000"/>
                <a:satMod val="150000"/>
              </a:schemeClr>
            </a:gs>
            <a:gs pos="100000">
              <a:schemeClr val="phClr">
                <a:tint val="28000"/>
                <a:satMod val="16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70000"/>
                <a:satMod val="150000"/>
              </a:schemeClr>
            </a:gs>
            <a:gs pos="34000">
              <a:schemeClr val="phClr">
                <a:shade val="70000"/>
                <a:satMod val="140000"/>
              </a:schemeClr>
            </a:gs>
            <a:gs pos="70000">
              <a:schemeClr val="phClr">
                <a:tint val="100000"/>
                <a:shade val="90000"/>
                <a:satMod val="140000"/>
              </a:schemeClr>
            </a:gs>
            <a:gs pos="100000">
              <a:schemeClr val="phClr">
                <a:tint val="100000"/>
                <a:shade val="100000"/>
                <a:sat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6425" cap="flat" cmpd="sng" algn="ctr">
          <a:solidFill>
            <a:schemeClr val="phClr"/>
          </a:solidFill>
          <a:prstDash val="solid"/>
        </a:ln>
        <a:ln w="444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hade val="3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>
            <a:solidFill>
              <a:schemeClr val="accent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4.xml><?xml version="1.0" encoding="utf-8"?>
<a:theme xmlns:a="http://schemas.openxmlformats.org/drawingml/2006/main" name="3_External_Presentation_4x3_2012">
  <a:themeElements>
    <a:clrScheme name="SAS_2012_Theme_Colors">
      <a:dk1>
        <a:srgbClr val="000000"/>
      </a:dk1>
      <a:lt1>
        <a:sysClr val="window" lastClr="FFFFFF"/>
      </a:lt1>
      <a:dk2>
        <a:srgbClr val="596267"/>
      </a:dk2>
      <a:lt2>
        <a:srgbClr val="B0B7BB"/>
      </a:lt2>
      <a:accent1>
        <a:srgbClr val="007DC3"/>
      </a:accent1>
      <a:accent2>
        <a:srgbClr val="00539B"/>
      </a:accent2>
      <a:accent3>
        <a:srgbClr val="003B76"/>
      </a:accent3>
      <a:accent4>
        <a:srgbClr val="5BCAF1"/>
      </a:accent4>
      <a:accent5>
        <a:srgbClr val="42C826"/>
      </a:accent5>
      <a:accent6>
        <a:srgbClr val="FF7E27"/>
      </a:accent6>
      <a:hlink>
        <a:srgbClr val="007DC3"/>
      </a:hlink>
      <a:folHlink>
        <a:srgbClr val="B8F7FF"/>
      </a:folHlink>
    </a:clrScheme>
    <a:fontScheme name="Essential">
      <a:majorFont>
        <a:latin typeface="Arial Black"/>
        <a:ea typeface=""/>
        <a:cs typeface=""/>
        <a:font script="Jpan" typeface="ＭＳ Ｐゴシック"/>
        <a:font script="Hang" typeface="HY견고딕"/>
        <a:font script="Hans" typeface="微软雅黑"/>
        <a:font script="Hant" typeface="微軟正黑體"/>
        <a:font script="Arab" typeface="Tahoma"/>
        <a:font script="Hebr" typeface="Tahoma"/>
        <a:font script="Thai" typeface="Tahoma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larit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86000"/>
                <a:satMod val="140000"/>
              </a:schemeClr>
            </a:gs>
            <a:gs pos="45000">
              <a:schemeClr val="phClr">
                <a:tint val="48000"/>
                <a:satMod val="150000"/>
              </a:schemeClr>
            </a:gs>
            <a:gs pos="100000">
              <a:schemeClr val="phClr">
                <a:tint val="28000"/>
                <a:satMod val="16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70000"/>
                <a:satMod val="150000"/>
              </a:schemeClr>
            </a:gs>
            <a:gs pos="34000">
              <a:schemeClr val="phClr">
                <a:shade val="70000"/>
                <a:satMod val="140000"/>
              </a:schemeClr>
            </a:gs>
            <a:gs pos="70000">
              <a:schemeClr val="phClr">
                <a:tint val="100000"/>
                <a:shade val="90000"/>
                <a:satMod val="140000"/>
              </a:schemeClr>
            </a:gs>
            <a:gs pos="100000">
              <a:schemeClr val="phClr">
                <a:tint val="100000"/>
                <a:shade val="100000"/>
                <a:sat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6425" cap="flat" cmpd="sng" algn="ctr">
          <a:solidFill>
            <a:schemeClr val="phClr"/>
          </a:solidFill>
          <a:prstDash val="solid"/>
        </a:ln>
        <a:ln w="444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hade val="3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>
            <a:solidFill>
              <a:schemeClr val="accent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5.xml><?xml version="1.0" encoding="utf-8"?>
<a:theme xmlns:a="http://schemas.openxmlformats.org/drawingml/2006/main" name="4_External_Presentation_4x3_2012">
  <a:themeElements>
    <a:clrScheme name="SAS_2012_Theme_Colors">
      <a:dk1>
        <a:srgbClr val="000000"/>
      </a:dk1>
      <a:lt1>
        <a:sysClr val="window" lastClr="FFFFFF"/>
      </a:lt1>
      <a:dk2>
        <a:srgbClr val="596267"/>
      </a:dk2>
      <a:lt2>
        <a:srgbClr val="B0B7BB"/>
      </a:lt2>
      <a:accent1>
        <a:srgbClr val="007DC3"/>
      </a:accent1>
      <a:accent2>
        <a:srgbClr val="00539B"/>
      </a:accent2>
      <a:accent3>
        <a:srgbClr val="003B76"/>
      </a:accent3>
      <a:accent4>
        <a:srgbClr val="5BCAF1"/>
      </a:accent4>
      <a:accent5>
        <a:srgbClr val="42C826"/>
      </a:accent5>
      <a:accent6>
        <a:srgbClr val="FF7E27"/>
      </a:accent6>
      <a:hlink>
        <a:srgbClr val="007DC3"/>
      </a:hlink>
      <a:folHlink>
        <a:srgbClr val="B8F7FF"/>
      </a:folHlink>
    </a:clrScheme>
    <a:fontScheme name="Essential">
      <a:majorFont>
        <a:latin typeface="Arial Black"/>
        <a:ea typeface=""/>
        <a:cs typeface=""/>
        <a:font script="Jpan" typeface="ＭＳ Ｐゴシック"/>
        <a:font script="Hang" typeface="HY견고딕"/>
        <a:font script="Hans" typeface="微软雅黑"/>
        <a:font script="Hant" typeface="微軟正黑體"/>
        <a:font script="Arab" typeface="Tahoma"/>
        <a:font script="Hebr" typeface="Tahoma"/>
        <a:font script="Thai" typeface="Tahoma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larit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86000"/>
                <a:satMod val="140000"/>
              </a:schemeClr>
            </a:gs>
            <a:gs pos="45000">
              <a:schemeClr val="phClr">
                <a:tint val="48000"/>
                <a:satMod val="150000"/>
              </a:schemeClr>
            </a:gs>
            <a:gs pos="100000">
              <a:schemeClr val="phClr">
                <a:tint val="28000"/>
                <a:satMod val="16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70000"/>
                <a:satMod val="150000"/>
              </a:schemeClr>
            </a:gs>
            <a:gs pos="34000">
              <a:schemeClr val="phClr">
                <a:shade val="70000"/>
                <a:satMod val="140000"/>
              </a:schemeClr>
            </a:gs>
            <a:gs pos="70000">
              <a:schemeClr val="phClr">
                <a:tint val="100000"/>
                <a:shade val="90000"/>
                <a:satMod val="140000"/>
              </a:schemeClr>
            </a:gs>
            <a:gs pos="100000">
              <a:schemeClr val="phClr">
                <a:tint val="100000"/>
                <a:shade val="100000"/>
                <a:sat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6425" cap="flat" cmpd="sng" algn="ctr">
          <a:solidFill>
            <a:schemeClr val="phClr"/>
          </a:solidFill>
          <a:prstDash val="solid"/>
        </a:ln>
        <a:ln w="444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hade val="3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>
            <a:solidFill>
              <a:schemeClr val="accent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6.xml><?xml version="1.0" encoding="utf-8"?>
<a:theme xmlns:a="http://schemas.openxmlformats.org/drawingml/2006/main" name="3_External_Presentation_16x9_2014">
  <a:themeElements>
    <a:clrScheme name="SAS_2012_Theme_Colors">
      <a:dk1>
        <a:srgbClr val="000000"/>
      </a:dk1>
      <a:lt1>
        <a:sysClr val="window" lastClr="FFFFFF"/>
      </a:lt1>
      <a:dk2>
        <a:srgbClr val="596267"/>
      </a:dk2>
      <a:lt2>
        <a:srgbClr val="B0B7BB"/>
      </a:lt2>
      <a:accent1>
        <a:srgbClr val="007DC3"/>
      </a:accent1>
      <a:accent2>
        <a:srgbClr val="00539B"/>
      </a:accent2>
      <a:accent3>
        <a:srgbClr val="003B76"/>
      </a:accent3>
      <a:accent4>
        <a:srgbClr val="5BCAF1"/>
      </a:accent4>
      <a:accent5>
        <a:srgbClr val="42C826"/>
      </a:accent5>
      <a:accent6>
        <a:srgbClr val="FF7E27"/>
      </a:accent6>
      <a:hlink>
        <a:srgbClr val="007DC3"/>
      </a:hlink>
      <a:folHlink>
        <a:srgbClr val="B8F7FF"/>
      </a:folHlink>
    </a:clrScheme>
    <a:fontScheme name="Essential">
      <a:majorFont>
        <a:latin typeface="Arial Black"/>
        <a:ea typeface=""/>
        <a:cs typeface=""/>
        <a:font script="Jpan" typeface="ＭＳ Ｐゴシック"/>
        <a:font script="Hang" typeface="HY견고딕"/>
        <a:font script="Hans" typeface="微软雅黑"/>
        <a:font script="Hant" typeface="微軟正黑體"/>
        <a:font script="Arab" typeface="Tahoma"/>
        <a:font script="Hebr" typeface="Tahoma"/>
        <a:font script="Thai" typeface="Tahoma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larit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86000"/>
                <a:satMod val="140000"/>
              </a:schemeClr>
            </a:gs>
            <a:gs pos="45000">
              <a:schemeClr val="phClr">
                <a:tint val="48000"/>
                <a:satMod val="150000"/>
              </a:schemeClr>
            </a:gs>
            <a:gs pos="100000">
              <a:schemeClr val="phClr">
                <a:tint val="28000"/>
                <a:satMod val="16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70000"/>
                <a:satMod val="150000"/>
              </a:schemeClr>
            </a:gs>
            <a:gs pos="34000">
              <a:schemeClr val="phClr">
                <a:shade val="70000"/>
                <a:satMod val="140000"/>
              </a:schemeClr>
            </a:gs>
            <a:gs pos="70000">
              <a:schemeClr val="phClr">
                <a:tint val="100000"/>
                <a:shade val="90000"/>
                <a:satMod val="140000"/>
              </a:schemeClr>
            </a:gs>
            <a:gs pos="100000">
              <a:schemeClr val="phClr">
                <a:tint val="100000"/>
                <a:shade val="100000"/>
                <a:sat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6425" cap="flat" cmpd="sng" algn="ctr">
          <a:solidFill>
            <a:schemeClr val="phClr"/>
          </a:solidFill>
          <a:prstDash val="solid"/>
        </a:ln>
        <a:ln w="444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hade val="3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>
            <a:solidFill>
              <a:schemeClr val="accent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7.xml><?xml version="1.0" encoding="utf-8"?>
<a:theme xmlns:a="http://schemas.openxmlformats.org/drawingml/2006/main" name="21_External_Presentation_16x9_2014">
  <a:themeElements>
    <a:clrScheme name="SAS_2012_Theme_Colors">
      <a:dk1>
        <a:srgbClr val="000000"/>
      </a:dk1>
      <a:lt1>
        <a:sysClr val="window" lastClr="FFFFFF"/>
      </a:lt1>
      <a:dk2>
        <a:srgbClr val="596267"/>
      </a:dk2>
      <a:lt2>
        <a:srgbClr val="B0B7BB"/>
      </a:lt2>
      <a:accent1>
        <a:srgbClr val="007DC3"/>
      </a:accent1>
      <a:accent2>
        <a:srgbClr val="00539B"/>
      </a:accent2>
      <a:accent3>
        <a:srgbClr val="003B76"/>
      </a:accent3>
      <a:accent4>
        <a:srgbClr val="5BCAF1"/>
      </a:accent4>
      <a:accent5>
        <a:srgbClr val="42C826"/>
      </a:accent5>
      <a:accent6>
        <a:srgbClr val="FF7E27"/>
      </a:accent6>
      <a:hlink>
        <a:srgbClr val="007DC3"/>
      </a:hlink>
      <a:folHlink>
        <a:srgbClr val="B8F7FF"/>
      </a:folHlink>
    </a:clrScheme>
    <a:fontScheme name="Essential">
      <a:majorFont>
        <a:latin typeface="Arial Black"/>
        <a:ea typeface=""/>
        <a:cs typeface=""/>
        <a:font script="Jpan" typeface="ＭＳ Ｐゴシック"/>
        <a:font script="Hang" typeface="HY견고딕"/>
        <a:font script="Hans" typeface="微软雅黑"/>
        <a:font script="Hant" typeface="微軟正黑體"/>
        <a:font script="Arab" typeface="Tahoma"/>
        <a:font script="Hebr" typeface="Tahoma"/>
        <a:font script="Thai" typeface="Tahoma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larit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86000"/>
                <a:satMod val="140000"/>
              </a:schemeClr>
            </a:gs>
            <a:gs pos="45000">
              <a:schemeClr val="phClr">
                <a:tint val="48000"/>
                <a:satMod val="150000"/>
              </a:schemeClr>
            </a:gs>
            <a:gs pos="100000">
              <a:schemeClr val="phClr">
                <a:tint val="28000"/>
                <a:satMod val="16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70000"/>
                <a:satMod val="150000"/>
              </a:schemeClr>
            </a:gs>
            <a:gs pos="34000">
              <a:schemeClr val="phClr">
                <a:shade val="70000"/>
                <a:satMod val="140000"/>
              </a:schemeClr>
            </a:gs>
            <a:gs pos="70000">
              <a:schemeClr val="phClr">
                <a:tint val="100000"/>
                <a:shade val="90000"/>
                <a:satMod val="140000"/>
              </a:schemeClr>
            </a:gs>
            <a:gs pos="100000">
              <a:schemeClr val="phClr">
                <a:tint val="100000"/>
                <a:shade val="100000"/>
                <a:sat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6425" cap="flat" cmpd="sng" algn="ctr">
          <a:solidFill>
            <a:schemeClr val="phClr"/>
          </a:solidFill>
          <a:prstDash val="solid"/>
        </a:ln>
        <a:ln w="444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hade val="3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>
            <a:solidFill>
              <a:schemeClr val="accent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8.xml><?xml version="1.0" encoding="utf-8"?>
<a:theme xmlns:a="http://schemas.openxmlformats.org/drawingml/2006/main" name="6_External_Presentation_4x3_2012">
  <a:themeElements>
    <a:clrScheme name="SAS_2012_Theme_Colors">
      <a:dk1>
        <a:srgbClr val="000000"/>
      </a:dk1>
      <a:lt1>
        <a:sysClr val="window" lastClr="FFFFFF"/>
      </a:lt1>
      <a:dk2>
        <a:srgbClr val="596267"/>
      </a:dk2>
      <a:lt2>
        <a:srgbClr val="B0B7BB"/>
      </a:lt2>
      <a:accent1>
        <a:srgbClr val="007DC3"/>
      </a:accent1>
      <a:accent2>
        <a:srgbClr val="00539B"/>
      </a:accent2>
      <a:accent3>
        <a:srgbClr val="003B76"/>
      </a:accent3>
      <a:accent4>
        <a:srgbClr val="5BCAF1"/>
      </a:accent4>
      <a:accent5>
        <a:srgbClr val="42C826"/>
      </a:accent5>
      <a:accent6>
        <a:srgbClr val="FF7E27"/>
      </a:accent6>
      <a:hlink>
        <a:srgbClr val="007DC3"/>
      </a:hlink>
      <a:folHlink>
        <a:srgbClr val="B8F7FF"/>
      </a:folHlink>
    </a:clrScheme>
    <a:fontScheme name="Essential">
      <a:majorFont>
        <a:latin typeface="Arial Black"/>
        <a:ea typeface=""/>
        <a:cs typeface=""/>
        <a:font script="Jpan" typeface="ＭＳ Ｐゴシック"/>
        <a:font script="Hang" typeface="HY견고딕"/>
        <a:font script="Hans" typeface="微软雅黑"/>
        <a:font script="Hant" typeface="微軟正黑體"/>
        <a:font script="Arab" typeface="Tahoma"/>
        <a:font script="Hebr" typeface="Tahoma"/>
        <a:font script="Thai" typeface="Tahoma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larit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86000"/>
                <a:satMod val="140000"/>
              </a:schemeClr>
            </a:gs>
            <a:gs pos="45000">
              <a:schemeClr val="phClr">
                <a:tint val="48000"/>
                <a:satMod val="150000"/>
              </a:schemeClr>
            </a:gs>
            <a:gs pos="100000">
              <a:schemeClr val="phClr">
                <a:tint val="28000"/>
                <a:satMod val="16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70000"/>
                <a:satMod val="150000"/>
              </a:schemeClr>
            </a:gs>
            <a:gs pos="34000">
              <a:schemeClr val="phClr">
                <a:shade val="70000"/>
                <a:satMod val="140000"/>
              </a:schemeClr>
            </a:gs>
            <a:gs pos="70000">
              <a:schemeClr val="phClr">
                <a:tint val="100000"/>
                <a:shade val="90000"/>
                <a:satMod val="140000"/>
              </a:schemeClr>
            </a:gs>
            <a:gs pos="100000">
              <a:schemeClr val="phClr">
                <a:tint val="100000"/>
                <a:shade val="100000"/>
                <a:sat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6425" cap="flat" cmpd="sng" algn="ctr">
          <a:solidFill>
            <a:schemeClr val="phClr"/>
          </a:solidFill>
          <a:prstDash val="solid"/>
        </a:ln>
        <a:ln w="444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hade val="3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>
            <a:solidFill>
              <a:schemeClr val="accent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9.xml><?xml version="1.0" encoding="utf-8"?>
<a:theme xmlns:a="http://schemas.openxmlformats.org/drawingml/2006/main" name="7_External_Presentation_4x3_2012">
  <a:themeElements>
    <a:clrScheme name="SAS_2012_Theme_Colors">
      <a:dk1>
        <a:srgbClr val="000000"/>
      </a:dk1>
      <a:lt1>
        <a:sysClr val="window" lastClr="FFFFFF"/>
      </a:lt1>
      <a:dk2>
        <a:srgbClr val="596267"/>
      </a:dk2>
      <a:lt2>
        <a:srgbClr val="B0B7BB"/>
      </a:lt2>
      <a:accent1>
        <a:srgbClr val="007DC3"/>
      </a:accent1>
      <a:accent2>
        <a:srgbClr val="00539B"/>
      </a:accent2>
      <a:accent3>
        <a:srgbClr val="003B76"/>
      </a:accent3>
      <a:accent4>
        <a:srgbClr val="5BCAF1"/>
      </a:accent4>
      <a:accent5>
        <a:srgbClr val="42C826"/>
      </a:accent5>
      <a:accent6>
        <a:srgbClr val="FF7E27"/>
      </a:accent6>
      <a:hlink>
        <a:srgbClr val="007DC3"/>
      </a:hlink>
      <a:folHlink>
        <a:srgbClr val="B8F7FF"/>
      </a:folHlink>
    </a:clrScheme>
    <a:fontScheme name="Essential">
      <a:majorFont>
        <a:latin typeface="Arial Black"/>
        <a:ea typeface=""/>
        <a:cs typeface=""/>
        <a:font script="Jpan" typeface="ＭＳ Ｐゴシック"/>
        <a:font script="Hang" typeface="HY견고딕"/>
        <a:font script="Hans" typeface="微软雅黑"/>
        <a:font script="Hant" typeface="微軟正黑體"/>
        <a:font script="Arab" typeface="Tahoma"/>
        <a:font script="Hebr" typeface="Tahoma"/>
        <a:font script="Thai" typeface="Tahoma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larit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86000"/>
                <a:satMod val="140000"/>
              </a:schemeClr>
            </a:gs>
            <a:gs pos="45000">
              <a:schemeClr val="phClr">
                <a:tint val="48000"/>
                <a:satMod val="150000"/>
              </a:schemeClr>
            </a:gs>
            <a:gs pos="100000">
              <a:schemeClr val="phClr">
                <a:tint val="28000"/>
                <a:satMod val="16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70000"/>
                <a:satMod val="150000"/>
              </a:schemeClr>
            </a:gs>
            <a:gs pos="34000">
              <a:schemeClr val="phClr">
                <a:shade val="70000"/>
                <a:satMod val="140000"/>
              </a:schemeClr>
            </a:gs>
            <a:gs pos="70000">
              <a:schemeClr val="phClr">
                <a:tint val="100000"/>
                <a:shade val="90000"/>
                <a:satMod val="140000"/>
              </a:schemeClr>
            </a:gs>
            <a:gs pos="100000">
              <a:schemeClr val="phClr">
                <a:tint val="100000"/>
                <a:shade val="100000"/>
                <a:sat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6425" cap="flat" cmpd="sng" algn="ctr">
          <a:solidFill>
            <a:schemeClr val="phClr"/>
          </a:solidFill>
          <a:prstDash val="solid"/>
        </a:ln>
        <a:ln w="444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hade val="3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>
            <a:solidFill>
              <a:schemeClr val="accent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10.xml><?xml version="1.0" encoding="utf-8"?>
<a:theme xmlns:a="http://schemas.openxmlformats.org/drawingml/2006/main" name="8_External_Presentation_4x3_2012">
  <a:themeElements>
    <a:clrScheme name="SAS_2012_Theme_Colors">
      <a:dk1>
        <a:srgbClr val="000000"/>
      </a:dk1>
      <a:lt1>
        <a:sysClr val="window" lastClr="FFFFFF"/>
      </a:lt1>
      <a:dk2>
        <a:srgbClr val="596267"/>
      </a:dk2>
      <a:lt2>
        <a:srgbClr val="B0B7BB"/>
      </a:lt2>
      <a:accent1>
        <a:srgbClr val="007DC3"/>
      </a:accent1>
      <a:accent2>
        <a:srgbClr val="00539B"/>
      </a:accent2>
      <a:accent3>
        <a:srgbClr val="003B76"/>
      </a:accent3>
      <a:accent4>
        <a:srgbClr val="5BCAF1"/>
      </a:accent4>
      <a:accent5>
        <a:srgbClr val="42C826"/>
      </a:accent5>
      <a:accent6>
        <a:srgbClr val="FF7E27"/>
      </a:accent6>
      <a:hlink>
        <a:srgbClr val="007DC3"/>
      </a:hlink>
      <a:folHlink>
        <a:srgbClr val="B8F7FF"/>
      </a:folHlink>
    </a:clrScheme>
    <a:fontScheme name="Essential">
      <a:majorFont>
        <a:latin typeface="Arial Black"/>
        <a:ea typeface=""/>
        <a:cs typeface=""/>
        <a:font script="Jpan" typeface="ＭＳ Ｐゴシック"/>
        <a:font script="Hang" typeface="HY견고딕"/>
        <a:font script="Hans" typeface="微软雅黑"/>
        <a:font script="Hant" typeface="微軟正黑體"/>
        <a:font script="Arab" typeface="Tahoma"/>
        <a:font script="Hebr" typeface="Tahoma"/>
        <a:font script="Thai" typeface="Tahoma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larit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86000"/>
                <a:satMod val="140000"/>
              </a:schemeClr>
            </a:gs>
            <a:gs pos="45000">
              <a:schemeClr val="phClr">
                <a:tint val="48000"/>
                <a:satMod val="150000"/>
              </a:schemeClr>
            </a:gs>
            <a:gs pos="100000">
              <a:schemeClr val="phClr">
                <a:tint val="28000"/>
                <a:satMod val="16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70000"/>
                <a:satMod val="150000"/>
              </a:schemeClr>
            </a:gs>
            <a:gs pos="34000">
              <a:schemeClr val="phClr">
                <a:shade val="70000"/>
                <a:satMod val="140000"/>
              </a:schemeClr>
            </a:gs>
            <a:gs pos="70000">
              <a:schemeClr val="phClr">
                <a:tint val="100000"/>
                <a:shade val="90000"/>
                <a:satMod val="140000"/>
              </a:schemeClr>
            </a:gs>
            <a:gs pos="100000">
              <a:schemeClr val="phClr">
                <a:tint val="100000"/>
                <a:shade val="100000"/>
                <a:sat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6425" cap="flat" cmpd="sng" algn="ctr">
          <a:solidFill>
            <a:schemeClr val="phClr"/>
          </a:solidFill>
          <a:prstDash val="solid"/>
        </a:ln>
        <a:ln w="444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hade val="3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>
            <a:solidFill>
              <a:schemeClr val="accent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11.xml><?xml version="1.0" encoding="utf-8"?>
<a:theme xmlns:a="http://schemas.openxmlformats.org/drawingml/2006/main" name="Office Theme">
  <a:themeElements>
    <a:clrScheme name="2012 SAS Theme Colors">
      <a:dk1>
        <a:srgbClr val="000000"/>
      </a:dk1>
      <a:lt1>
        <a:sysClr val="window" lastClr="FFFFFF"/>
      </a:lt1>
      <a:dk2>
        <a:srgbClr val="596267"/>
      </a:dk2>
      <a:lt2>
        <a:srgbClr val="B0B7BB"/>
      </a:lt2>
      <a:accent1>
        <a:srgbClr val="007DC3"/>
      </a:accent1>
      <a:accent2>
        <a:srgbClr val="00539B"/>
      </a:accent2>
      <a:accent3>
        <a:srgbClr val="003B76"/>
      </a:accent3>
      <a:accent4>
        <a:srgbClr val="5BCAF1"/>
      </a:accent4>
      <a:accent5>
        <a:srgbClr val="42C826"/>
      </a:accent5>
      <a:accent6>
        <a:srgbClr val="FF7E27"/>
      </a:accent6>
      <a:hlink>
        <a:srgbClr val="007DC3"/>
      </a:hlink>
      <a:folHlink>
        <a:srgbClr val="B8F7FF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12.xml><?xml version="1.0" encoding="utf-8"?>
<a:theme xmlns:a="http://schemas.openxmlformats.org/drawingml/2006/main" name="Office Theme">
  <a:themeElements>
    <a:clrScheme name="2012 SAS Theme Colors">
      <a:dk1>
        <a:srgbClr val="000000"/>
      </a:dk1>
      <a:lt1>
        <a:sysClr val="window" lastClr="FFFFFF"/>
      </a:lt1>
      <a:dk2>
        <a:srgbClr val="596267"/>
      </a:dk2>
      <a:lt2>
        <a:srgbClr val="B0B7BB"/>
      </a:lt2>
      <a:accent1>
        <a:srgbClr val="007DC3"/>
      </a:accent1>
      <a:accent2>
        <a:srgbClr val="00539B"/>
      </a:accent2>
      <a:accent3>
        <a:srgbClr val="003B76"/>
      </a:accent3>
      <a:accent4>
        <a:srgbClr val="5BCAF1"/>
      </a:accent4>
      <a:accent5>
        <a:srgbClr val="42C826"/>
      </a:accent5>
      <a:accent6>
        <a:srgbClr val="FF7E27"/>
      </a:accent6>
      <a:hlink>
        <a:srgbClr val="007DC3"/>
      </a:hlink>
      <a:folHlink>
        <a:srgbClr val="B8F7FF"/>
      </a:folHlink>
    </a:clrScheme>
    <a:fontScheme name="SAS-Fonts">
      <a:majorFont>
        <a:latin typeface="Calibri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External_Presentation_4x3_2012</Template>
  <TotalTime>1</TotalTime>
  <Words>429</Words>
  <Application>Microsoft Office PowerPoint</Application>
  <PresentationFormat>Widescreen</PresentationFormat>
  <Paragraphs>87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10</vt:i4>
      </vt:variant>
      <vt:variant>
        <vt:lpstr>Slide Titles</vt:lpstr>
      </vt:variant>
      <vt:variant>
        <vt:i4>15</vt:i4>
      </vt:variant>
    </vt:vector>
  </HeadingPairs>
  <TitlesOfParts>
    <vt:vector size="27" baseType="lpstr">
      <vt:lpstr>Arial</vt:lpstr>
      <vt:lpstr>Arial Black</vt:lpstr>
      <vt:lpstr>External_Presentation_4x3_2012</vt:lpstr>
      <vt:lpstr>1_External_Presentation_4x3_2012</vt:lpstr>
      <vt:lpstr>2_External_Presentation_4x3_2012</vt:lpstr>
      <vt:lpstr>3_External_Presentation_4x3_2012</vt:lpstr>
      <vt:lpstr>4_External_Presentation_4x3_2012</vt:lpstr>
      <vt:lpstr>3_External_Presentation_16x9_2014</vt:lpstr>
      <vt:lpstr>21_External_Presentation_16x9_2014</vt:lpstr>
      <vt:lpstr>6_External_Presentation_4x3_2012</vt:lpstr>
      <vt:lpstr>7_External_Presentation_4x3_2012</vt:lpstr>
      <vt:lpstr>8_External_Presentation_4x3_2012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Validating Define-XML</dc:title>
  <dc:subject>Define-XML 2.0</dc:subject>
  <dc:creator/>
  <cp:keywords>XML, CDISC, Define-XML</cp:keywords>
  <cp:lastModifiedBy>Lex Jansen (Contractor)</cp:lastModifiedBy>
  <cp:revision>3</cp:revision>
  <dcterms:created xsi:type="dcterms:W3CDTF">2013-04-11T20:46:44Z</dcterms:created>
  <dcterms:modified xsi:type="dcterms:W3CDTF">2025-10-30T13:39:18Z</dcterms:modified>
  <cp:category>XML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der">
    <vt:r8>14400</vt:r8>
  </property>
  <property fmtid="{D5CDD505-2E9C-101B-9397-08002B2CF9AE}" pid="3" name="ContentTypeId">
    <vt:lpwstr>0x010100D07754B365008844B6F0D46EBB76DF44</vt:lpwstr>
  </property>
  <property fmtid="{D5CDD505-2E9C-101B-9397-08002B2CF9AE}" pid="4" name="Description0">
    <vt:lpwstr>Customer-ready</vt:lpwstr>
  </property>
  <property fmtid="{D5CDD505-2E9C-101B-9397-08002B2CF9AE}" pid="5" name="Extension">
    <vt:lpwstr>POTX</vt:lpwstr>
  </property>
  <property fmtid="{D5CDD505-2E9C-101B-9397-08002B2CF9AE}" pid="6" name="Use">
    <vt:lpwstr>Template</vt:lpwstr>
  </property>
  <property fmtid="{D5CDD505-2E9C-101B-9397-08002B2CF9AE}" pid="7" name="Order0">
    <vt:lpwstr/>
  </property>
  <property fmtid="{D5CDD505-2E9C-101B-9397-08002B2CF9AE}" pid="8" name="Owner">
    <vt:lpwstr/>
  </property>
  <property fmtid="{D5CDD505-2E9C-101B-9397-08002B2CF9AE}" pid="9" name="Template Type">
    <vt:lpwstr>2012 Standard</vt:lpwstr>
  </property>
  <property fmtid="{D5CDD505-2E9C-101B-9397-08002B2CF9AE}" pid="10" name="Office Version">
    <vt:lpwstr/>
  </property>
  <property fmtid="{D5CDD505-2E9C-101B-9397-08002B2CF9AE}" pid="11" name="Status">
    <vt:lpwstr>Final</vt:lpwstr>
  </property>
  <property fmtid="{D5CDD505-2E9C-101B-9397-08002B2CF9AE}" pid="12" name="Updated">
    <vt:lpwstr/>
  </property>
  <property fmtid="{D5CDD505-2E9C-101B-9397-08002B2CF9AE}" pid="13" name="Audience">
    <vt:lpwstr>Customer Ready / External</vt:lpwstr>
  </property>
  <property fmtid="{D5CDD505-2E9C-101B-9397-08002B2CF9AE}" pid="14" name="Ratio">
    <vt:lpwstr>4x3</vt:lpwstr>
  </property>
</Properties>
</file>